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4"/>
  </p:notesMasterIdLst>
  <p:sldIdLst>
    <p:sldId id="262" r:id="rId3"/>
  </p:sldIdLst>
  <p:sldSz cx="7772400" cy="10058400"/>
  <p:notesSz cx="6858000" cy="9144000"/>
  <p:embeddedFontLst>
    <p:embeddedFont>
      <p:font typeface="Google Sans" panose="020B0604020202020204" charset="0"/>
      <p:regular r:id="rId5"/>
      <p:bold r:id="rId6"/>
      <p:italic r:id="rId7"/>
      <p:boldItalic r:id="rId8"/>
    </p:embeddedFont>
    <p:embeddedFont>
      <p:font typeface="Google Sans SemiBold" panose="020B0604020202020204" charset="0"/>
      <p:regular r:id="rId9"/>
      <p:bold r:id="rId10"/>
      <p:italic r:id="rId11"/>
      <p:boldItalic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T Sans Narrow" panose="020B0506020203020204" pitchFamily="34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Work Sans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539" y="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font" Target="fonts/font22.fntdata"/><Relationship Id="rId3" Type="http://schemas.openxmlformats.org/officeDocument/2006/relationships/slide" Target="slides/slide1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font" Target="fonts/font2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font" Target="fonts/font20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font" Target="fonts/font19.fntdata"/><Relationship Id="rId28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31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ay Turki" userId="fb0f979a1f45c4b9" providerId="LiveId" clId="{8D7F7B21-CDB5-46B0-AADC-C5ED95D5552E}"/>
    <pc:docChg chg="undo redo custSel delSld modSld modMainMaster">
      <pc:chgData name="stray Turki" userId="fb0f979a1f45c4b9" providerId="LiveId" clId="{8D7F7B21-CDB5-46B0-AADC-C5ED95D5552E}" dt="2026-09-03T04:28:44.709" v="1555" actId="1076"/>
      <pc:docMkLst>
        <pc:docMk/>
      </pc:docMkLst>
      <pc:sldChg chg="addSp delSp modSp mod">
        <pc:chgData name="stray Turki" userId="fb0f979a1f45c4b9" providerId="LiveId" clId="{8D7F7B21-CDB5-46B0-AADC-C5ED95D5552E}" dt="2026-09-03T04:28:44.709" v="1555" actId="1076"/>
        <pc:sldMkLst>
          <pc:docMk/>
          <pc:sldMk cId="0" sldId="262"/>
        </pc:sldMkLst>
        <pc:spChg chg="add mod">
          <ac:chgData name="stray Turki" userId="fb0f979a1f45c4b9" providerId="LiveId" clId="{8D7F7B21-CDB5-46B0-AADC-C5ED95D5552E}" dt="2026-08-30T03:23:12.815" v="154" actId="20577"/>
          <ac:spMkLst>
            <pc:docMk/>
            <pc:sldMk cId="0" sldId="262"/>
            <ac:spMk id="4" creationId="{873F903F-8FBB-BBB8-3BA5-68BB9973EBD6}"/>
          </ac:spMkLst>
        </pc:spChg>
        <pc:spChg chg="add mod">
          <ac:chgData name="stray Turki" userId="fb0f979a1f45c4b9" providerId="LiveId" clId="{8D7F7B21-CDB5-46B0-AADC-C5ED95D5552E}" dt="2026-08-30T03:31:28.465" v="561" actId="14100"/>
          <ac:spMkLst>
            <pc:docMk/>
            <pc:sldMk cId="0" sldId="262"/>
            <ac:spMk id="8" creationId="{50EAEF15-F6E9-F1A0-AD96-4AA0902FCBF5}"/>
          </ac:spMkLst>
        </pc:spChg>
        <pc:spChg chg="add mod">
          <ac:chgData name="stray Turki" userId="fb0f979a1f45c4b9" providerId="LiveId" clId="{8D7F7B21-CDB5-46B0-AADC-C5ED95D5552E}" dt="2026-08-30T03:33:19.828" v="684" actId="14100"/>
          <ac:spMkLst>
            <pc:docMk/>
            <pc:sldMk cId="0" sldId="262"/>
            <ac:spMk id="9" creationId="{BA905591-2009-C0F0-0232-B3B77E96D339}"/>
          </ac:spMkLst>
        </pc:spChg>
        <pc:spChg chg="add mod">
          <ac:chgData name="stray Turki" userId="fb0f979a1f45c4b9" providerId="LiveId" clId="{8D7F7B21-CDB5-46B0-AADC-C5ED95D5552E}" dt="2026-08-30T03:40:56.369" v="1099" actId="14100"/>
          <ac:spMkLst>
            <pc:docMk/>
            <pc:sldMk cId="0" sldId="262"/>
            <ac:spMk id="10" creationId="{C4FC848F-DFC6-1DBA-0948-F06B946161C2}"/>
          </ac:spMkLst>
        </pc:spChg>
        <pc:spChg chg="add mod">
          <ac:chgData name="stray Turki" userId="fb0f979a1f45c4b9" providerId="LiveId" clId="{8D7F7B21-CDB5-46B0-AADC-C5ED95D5552E}" dt="2026-08-30T03:48:25.264" v="1550" actId="20577"/>
          <ac:spMkLst>
            <pc:docMk/>
            <pc:sldMk cId="0" sldId="262"/>
            <ac:spMk id="11" creationId="{DF134B8D-4B3F-2C2E-C910-CA4FF494EEA7}"/>
          </ac:spMkLst>
        </pc:spChg>
        <pc:spChg chg="add mod">
          <ac:chgData name="stray Turki" userId="fb0f979a1f45c4b9" providerId="LiveId" clId="{8D7F7B21-CDB5-46B0-AADC-C5ED95D5552E}" dt="2026-08-30T03:46:23.585" v="1468" actId="20577"/>
          <ac:spMkLst>
            <pc:docMk/>
            <pc:sldMk cId="0" sldId="262"/>
            <ac:spMk id="13" creationId="{8AC16EC6-B106-FB32-169B-E857D81A9EB7}"/>
          </ac:spMkLst>
        </pc:spChg>
        <pc:spChg chg="mod">
          <ac:chgData name="stray Turki" userId="fb0f979a1f45c4b9" providerId="LiveId" clId="{8D7F7B21-CDB5-46B0-AADC-C5ED95D5552E}" dt="2026-09-03T04:28:44.709" v="1555" actId="1076"/>
          <ac:spMkLst>
            <pc:docMk/>
            <pc:sldMk cId="0" sldId="262"/>
            <ac:spMk id="469" creationId="{00000000-0000-0000-0000-000000000000}"/>
          </ac:spMkLst>
        </pc:spChg>
        <pc:spChg chg="mod">
          <ac:chgData name="stray Turki" userId="fb0f979a1f45c4b9" providerId="LiveId" clId="{8D7F7B21-CDB5-46B0-AADC-C5ED95D5552E}" dt="2026-08-30T03:27:11.625" v="321" actId="113"/>
          <ac:spMkLst>
            <pc:docMk/>
            <pc:sldMk cId="0" sldId="262"/>
            <ac:spMk id="470" creationId="{00000000-0000-0000-0000-000000000000}"/>
          </ac:spMkLst>
        </pc:spChg>
      </pc:sldChg>
      <pc:sldMasterChg chg="modSldLayout">
        <pc:chgData name="stray Turki" userId="fb0f979a1f45c4b9" providerId="LiveId" clId="{8D7F7B21-CDB5-46B0-AADC-C5ED95D5552E}" dt="2026-08-30T03:10:29.554" v="14" actId="27636"/>
        <pc:sldMasterMkLst>
          <pc:docMk/>
          <pc:sldMasterMk cId="0" sldId="2147483661"/>
        </pc:sldMasterMkLst>
        <pc:sldLayoutChg chg="modSp mod">
          <pc:chgData name="stray Turki" userId="fb0f979a1f45c4b9" providerId="LiveId" clId="{8D7F7B21-CDB5-46B0-AADC-C5ED95D5552E}" dt="2026-08-30T03:10:29.494" v="7" actId="27636"/>
          <pc:sldLayoutMkLst>
            <pc:docMk/>
            <pc:sldMasterMk cId="0" sldId="2147483661"/>
            <pc:sldLayoutMk cId="0" sldId="2147483648"/>
          </pc:sldLayoutMkLst>
          <pc:spChg chg="mod">
            <ac:chgData name="stray Turki" userId="fb0f979a1f45c4b9" providerId="LiveId" clId="{8D7F7B21-CDB5-46B0-AADC-C5ED95D5552E}" dt="2026-08-30T03:10:29.494" v="7" actId="27636"/>
            <ac:spMkLst>
              <pc:docMk/>
              <pc:sldMasterMk cId="0" sldId="2147483661"/>
              <pc:sldLayoutMk cId="0" sldId="2147483648"/>
              <ac:spMk id="64" creationId="{00000000-0000-0000-0000-000000000000}"/>
            </ac:spMkLst>
          </pc:spChg>
        </pc:sldLayoutChg>
        <pc:sldLayoutChg chg="modSp mod">
          <pc:chgData name="stray Turki" userId="fb0f979a1f45c4b9" providerId="LiveId" clId="{8D7F7B21-CDB5-46B0-AADC-C5ED95D5552E}" dt="2026-08-30T03:10:29.524" v="11" actId="27636"/>
          <pc:sldLayoutMkLst>
            <pc:docMk/>
            <pc:sldMasterMk cId="0" sldId="2147483661"/>
            <pc:sldLayoutMk cId="0" sldId="2147483649"/>
          </pc:sldLayoutMkLst>
          <pc:spChg chg="mod">
            <ac:chgData name="stray Turki" userId="fb0f979a1f45c4b9" providerId="LiveId" clId="{8D7F7B21-CDB5-46B0-AADC-C5ED95D5552E}" dt="2026-08-30T03:10:29.524" v="11" actId="27636"/>
            <ac:spMkLst>
              <pc:docMk/>
              <pc:sldMasterMk cId="0" sldId="2147483661"/>
              <pc:sldLayoutMk cId="0" sldId="2147483649"/>
              <ac:spMk id="80" creationId="{00000000-0000-0000-0000-000000000000}"/>
            </ac:spMkLst>
          </pc:spChg>
          <pc:spChg chg="mod">
            <ac:chgData name="stray Turki" userId="fb0f979a1f45c4b9" providerId="LiveId" clId="{8D7F7B21-CDB5-46B0-AADC-C5ED95D5552E}" dt="2026-08-30T03:10:29.517" v="9" actId="27636"/>
            <ac:spMkLst>
              <pc:docMk/>
              <pc:sldMasterMk cId="0" sldId="2147483661"/>
              <pc:sldLayoutMk cId="0" sldId="2147483649"/>
              <ac:spMk id="107" creationId="{00000000-0000-0000-0000-000000000000}"/>
            </ac:spMkLst>
          </pc:spChg>
          <pc:spChg chg="mod">
            <ac:chgData name="stray Turki" userId="fb0f979a1f45c4b9" providerId="LiveId" clId="{8D7F7B21-CDB5-46B0-AADC-C5ED95D5552E}" dt="2026-08-30T03:10:29.521" v="10" actId="27636"/>
            <ac:spMkLst>
              <pc:docMk/>
              <pc:sldMasterMk cId="0" sldId="2147483661"/>
              <pc:sldLayoutMk cId="0" sldId="2147483649"/>
              <ac:spMk id="115" creationId="{00000000-0000-0000-0000-000000000000}"/>
            </ac:spMkLst>
          </pc:spChg>
          <pc:spChg chg="mod">
            <ac:chgData name="stray Turki" userId="fb0f979a1f45c4b9" providerId="LiveId" clId="{8D7F7B21-CDB5-46B0-AADC-C5ED95D5552E}" dt="2026-08-30T03:10:29.512" v="8" actId="27636"/>
            <ac:spMkLst>
              <pc:docMk/>
              <pc:sldMasterMk cId="0" sldId="2147483661"/>
              <pc:sldLayoutMk cId="0" sldId="2147483649"/>
              <ac:spMk id="116" creationId="{00000000-0000-0000-0000-000000000000}"/>
            </ac:spMkLst>
          </pc:spChg>
        </pc:sldLayoutChg>
        <pc:sldLayoutChg chg="modSp mod">
          <pc:chgData name="stray Turki" userId="fb0f979a1f45c4b9" providerId="LiveId" clId="{8D7F7B21-CDB5-46B0-AADC-C5ED95D5552E}" dt="2026-08-30T03:10:29.542" v="13" actId="27636"/>
          <pc:sldLayoutMkLst>
            <pc:docMk/>
            <pc:sldMasterMk cId="0" sldId="2147483661"/>
            <pc:sldLayoutMk cId="0" sldId="2147483650"/>
          </pc:sldLayoutMkLst>
          <pc:spChg chg="mod">
            <ac:chgData name="stray Turki" userId="fb0f979a1f45c4b9" providerId="LiveId" clId="{8D7F7B21-CDB5-46B0-AADC-C5ED95D5552E}" dt="2026-08-30T03:10:29.542" v="13" actId="27636"/>
            <ac:spMkLst>
              <pc:docMk/>
              <pc:sldMasterMk cId="0" sldId="2147483661"/>
              <pc:sldLayoutMk cId="0" sldId="2147483650"/>
              <ac:spMk id="153" creationId="{00000000-0000-0000-0000-000000000000}"/>
            </ac:spMkLst>
          </pc:spChg>
          <pc:spChg chg="mod">
            <ac:chgData name="stray Turki" userId="fb0f979a1f45c4b9" providerId="LiveId" clId="{8D7F7B21-CDB5-46B0-AADC-C5ED95D5552E}" dt="2026-08-30T03:10:29.537" v="12" actId="27636"/>
            <ac:spMkLst>
              <pc:docMk/>
              <pc:sldMasterMk cId="0" sldId="2147483661"/>
              <pc:sldLayoutMk cId="0" sldId="2147483650"/>
              <ac:spMk id="157" creationId="{00000000-0000-0000-0000-000000000000}"/>
            </ac:spMkLst>
          </pc:spChg>
        </pc:sldLayoutChg>
        <pc:sldLayoutChg chg="modSp mod">
          <pc:chgData name="stray Turki" userId="fb0f979a1f45c4b9" providerId="LiveId" clId="{8D7F7B21-CDB5-46B0-AADC-C5ED95D5552E}" dt="2026-08-30T03:10:29.554" v="14" actId="27636"/>
          <pc:sldLayoutMkLst>
            <pc:docMk/>
            <pc:sldMasterMk cId="0" sldId="2147483661"/>
            <pc:sldLayoutMk cId="0" sldId="2147483651"/>
          </pc:sldLayoutMkLst>
          <pc:spChg chg="mod">
            <ac:chgData name="stray Turki" userId="fb0f979a1f45c4b9" providerId="LiveId" clId="{8D7F7B21-CDB5-46B0-AADC-C5ED95D5552E}" dt="2026-08-30T03:10:29.554" v="14" actId="27636"/>
            <ac:spMkLst>
              <pc:docMk/>
              <pc:sldMasterMk cId="0" sldId="2147483661"/>
              <pc:sldLayoutMk cId="0" sldId="2147483651"/>
              <ac:spMk id="184" creationId="{00000000-0000-0000-0000-000000000000}"/>
            </ac:spMkLst>
          </pc:spChg>
        </pc:sldLayoutChg>
      </pc:sldMasterChg>
      <pc:sldMasterChg chg="delSldLayout">
        <pc:chgData name="stray Turki" userId="fb0f979a1f45c4b9" providerId="LiveId" clId="{8D7F7B21-CDB5-46B0-AADC-C5ED95D5552E}" dt="2026-08-30T03:08:46.276" v="5" actId="2696"/>
        <pc:sldMasterMkLst>
          <pc:docMk/>
          <pc:sldMasterMk cId="0" sldId="214748366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e3a6309cc6_3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e3a6309cc6_3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FFF00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38761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38761D"/>
            </a:solidFill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3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 NOT USE ">
  <p:cSld name="TITLE_2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O NOT USE">
  <p:cSld name="CUSTOM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6">
  <p:cSld name="CUSTOM_2_2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l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>
            <a:spLocks noGrp="1"/>
          </p:cNvSpPr>
          <p:nvPr>
            <p:ph type="pic" idx="2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94" name="Google Shape;194;p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212342"/>
            <a:ext cx="6441271" cy="1224083"/>
            <a:chOff x="188700" y="212342"/>
            <a:chExt cx="6441271" cy="1224083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439971" y="212342"/>
              <a:ext cx="5190000" cy="50433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r>
                <a:rPr lang="en-US" sz="1800" dirty="0">
                  <a:latin typeface="Arial"/>
                  <a:cs typeface="Arial"/>
                </a:rPr>
                <a:t>Waze User Churn Preparation Data Summary</a:t>
              </a: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B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y </a:t>
              </a:r>
              <a:r>
                <a:rPr lang="en" b="1" dirty="0">
                  <a:latin typeface="Roboto"/>
                  <a:ea typeface="Roboto"/>
                  <a:cs typeface="Roboto"/>
                  <a:sym typeface="Roboto"/>
                </a:rPr>
                <a:t>Waze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" name="Google Shape;469;p22">
            <a:extLst>
              <a:ext uri="{FF2B5EF4-FFF2-40B4-BE49-F238E27FC236}">
                <a16:creationId xmlns:a16="http://schemas.microsoft.com/office/drawing/2014/main" id="{873F903F-8FBB-BBB8-3BA5-68BB9973EBD6}"/>
              </a:ext>
            </a:extLst>
          </p:cNvPr>
          <p:cNvSpPr txBox="1"/>
          <p:nvPr/>
        </p:nvSpPr>
        <p:spPr>
          <a:xfrm>
            <a:off x="1291200" y="555455"/>
            <a:ext cx="5190000" cy="50433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/>
            <a:r>
              <a:rPr lang="en-US" sz="2100" dirty="0"/>
              <a:t>Executive Summary</a:t>
            </a:r>
          </a:p>
          <a:p>
            <a:pPr lvl="0" algn="ctr"/>
            <a:r>
              <a:rPr lang="en-US" sz="1600" dirty="0"/>
              <a:t> </a:t>
            </a:r>
            <a:endParaRPr sz="1600" dirty="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AEF15-F6E9-F1A0-AD96-4AA0902FCBF5}"/>
              </a:ext>
            </a:extLst>
          </p:cNvPr>
          <p:cNvSpPr txBox="1"/>
          <p:nvPr/>
        </p:nvSpPr>
        <p:spPr>
          <a:xfrm>
            <a:off x="456842" y="2075528"/>
            <a:ext cx="6763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This project inspected and prepared Waze's user data ahead of exploratory analysis, examining early data quality and behavioral differences between churned and retained users.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905591-2009-C0F0-0232-B3B77E96D339}"/>
              </a:ext>
            </a:extLst>
          </p:cNvPr>
          <p:cNvSpPr txBox="1"/>
          <p:nvPr/>
        </p:nvSpPr>
        <p:spPr>
          <a:xfrm>
            <a:off x="456842" y="3584567"/>
            <a:ext cx="69309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The objective was to understand what each column represents, then prepare the data for analysis: load it, check its structure and shape, review data types, and check for null values, duplicates, and outliers.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C848F-DFC6-1DBA-0948-F06B946161C2}"/>
              </a:ext>
            </a:extLst>
          </p:cNvPr>
          <p:cNvSpPr txBox="1"/>
          <p:nvPr/>
        </p:nvSpPr>
        <p:spPr>
          <a:xfrm>
            <a:off x="456842" y="5316770"/>
            <a:ext cx="357812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label (churn status) is the only column with nulls, 700 rows missing.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Missing labels show no pattern: device split among them matches the overall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Users are 82% retained, 18% churned.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Users are 64% iPhone, 36% Android, consistent across both groups.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134B8D-4B3F-2C2E-C910-CA4FF494EEA7}"/>
              </a:ext>
            </a:extLst>
          </p:cNvPr>
          <p:cNvSpPr txBox="1"/>
          <p:nvPr/>
        </p:nvSpPr>
        <p:spPr>
          <a:xfrm>
            <a:off x="456842" y="8545121"/>
            <a:ext cx="7156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Explore whether churned users represent a distinct heavy-use segment, and build a churn model using driving-intensity features (km and drives per driving day) alongside session counts.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C16EC6-B106-FB32-169B-E857D81A9EB7}"/>
              </a:ext>
            </a:extLst>
          </p:cNvPr>
          <p:cNvSpPr txBox="1"/>
          <p:nvPr/>
        </p:nvSpPr>
        <p:spPr>
          <a:xfrm>
            <a:off x="4034971" y="5316769"/>
            <a:ext cx="357812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Churned users drive far more intensely: 698 km per driving day vs 290 km for retained.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Churned users average 10 drives per driving day vs 4 for retained.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Device type shows no meaningful link to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Heavy driving pattern suggests churned users may be professional or long-haul drivers, not typical commuters.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Google Sans SemiBold</vt:lpstr>
      <vt:lpstr>Work Sans</vt:lpstr>
      <vt:lpstr>Google Sans</vt:lpstr>
      <vt:lpstr>Calibri</vt:lpstr>
      <vt:lpstr>PT Sans Narrow</vt:lpstr>
      <vt:lpstr>Arial</vt:lpstr>
      <vt:lpstr>Roboto</vt:lpstr>
      <vt:lpstr>Lato</vt:lpstr>
      <vt:lpstr>Simple Light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stray Turki</cp:lastModifiedBy>
  <cp:revision>1</cp:revision>
  <dcterms:modified xsi:type="dcterms:W3CDTF">2026-09-03T04:28:46Z</dcterms:modified>
</cp:coreProperties>
</file>