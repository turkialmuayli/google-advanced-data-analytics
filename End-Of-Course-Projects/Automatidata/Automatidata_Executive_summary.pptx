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62"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2F5AE1-A79E-4830-BA7A-8E05BB529FCD}" v="14" dt="2026-08-30T03:46:46.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590" y="72"/>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32" Type="http://schemas.microsoft.com/office/2015/10/relationships/revisionInfo" Target="revisionInfo.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31"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ray Turki" userId="fb0f979a1f45c4b9" providerId="LiveId" clId="{8D7F7B21-CDB5-46B0-AADC-C5ED95D5552E}"/>
    <pc:docChg chg="undo redo custSel delSld modSld modMainMaster">
      <pc:chgData name="stray Turki" userId="fb0f979a1f45c4b9" providerId="LiveId" clId="{8D7F7B21-CDB5-46B0-AADC-C5ED95D5552E}" dt="2026-08-30T03:48:25.264" v="1550" actId="20577"/>
      <pc:docMkLst>
        <pc:docMk/>
      </pc:docMkLst>
      <pc:sldChg chg="del">
        <pc:chgData name="stray Turki" userId="fb0f979a1f45c4b9" providerId="LiveId" clId="{8D7F7B21-CDB5-46B0-AADC-C5ED95D5552E}" dt="2026-08-30T03:08:46.276" v="5" actId="2696"/>
        <pc:sldMkLst>
          <pc:docMk/>
          <pc:sldMk cId="0" sldId="256"/>
        </pc:sldMkLst>
      </pc:sldChg>
      <pc:sldChg chg="del">
        <pc:chgData name="stray Turki" userId="fb0f979a1f45c4b9" providerId="LiveId" clId="{8D7F7B21-CDB5-46B0-AADC-C5ED95D5552E}" dt="2026-08-30T03:08:43.881" v="4" actId="2696"/>
        <pc:sldMkLst>
          <pc:docMk/>
          <pc:sldMk cId="0" sldId="257"/>
        </pc:sldMkLst>
      </pc:sldChg>
      <pc:sldChg chg="del">
        <pc:chgData name="stray Turki" userId="fb0f979a1f45c4b9" providerId="LiveId" clId="{8D7F7B21-CDB5-46B0-AADC-C5ED95D5552E}" dt="2026-08-30T03:08:41.465" v="3" actId="2696"/>
        <pc:sldMkLst>
          <pc:docMk/>
          <pc:sldMk cId="0" sldId="258"/>
        </pc:sldMkLst>
      </pc:sldChg>
      <pc:sldChg chg="del">
        <pc:chgData name="stray Turki" userId="fb0f979a1f45c4b9" providerId="LiveId" clId="{8D7F7B21-CDB5-46B0-AADC-C5ED95D5552E}" dt="2026-08-30T03:08:38.743" v="2" actId="2696"/>
        <pc:sldMkLst>
          <pc:docMk/>
          <pc:sldMk cId="0" sldId="259"/>
        </pc:sldMkLst>
      </pc:sldChg>
      <pc:sldChg chg="del">
        <pc:chgData name="stray Turki" userId="fb0f979a1f45c4b9" providerId="LiveId" clId="{8D7F7B21-CDB5-46B0-AADC-C5ED95D5552E}" dt="2026-08-30T03:08:36.073" v="1" actId="2696"/>
        <pc:sldMkLst>
          <pc:docMk/>
          <pc:sldMk cId="0" sldId="260"/>
        </pc:sldMkLst>
      </pc:sldChg>
      <pc:sldChg chg="del">
        <pc:chgData name="stray Turki" userId="fb0f979a1f45c4b9" providerId="LiveId" clId="{8D7F7B21-CDB5-46B0-AADC-C5ED95D5552E}" dt="2026-08-30T03:08:31.952" v="0" actId="2696"/>
        <pc:sldMkLst>
          <pc:docMk/>
          <pc:sldMk cId="0" sldId="261"/>
        </pc:sldMkLst>
      </pc:sldChg>
      <pc:sldChg chg="addSp delSp modSp mod">
        <pc:chgData name="stray Turki" userId="fb0f979a1f45c4b9" providerId="LiveId" clId="{8D7F7B21-CDB5-46B0-AADC-C5ED95D5552E}" dt="2026-08-30T03:48:25.264" v="1550" actId="20577"/>
        <pc:sldMkLst>
          <pc:docMk/>
          <pc:sldMk cId="0" sldId="262"/>
        </pc:sldMkLst>
        <pc:spChg chg="add del mod">
          <ac:chgData name="stray Turki" userId="fb0f979a1f45c4b9" providerId="LiveId" clId="{8D7F7B21-CDB5-46B0-AADC-C5ED95D5552E}" dt="2026-08-30T03:23:14.800" v="156"/>
          <ac:spMkLst>
            <pc:docMk/>
            <pc:sldMk cId="0" sldId="262"/>
            <ac:spMk id="2" creationId="{408AA0D4-39F9-E471-DF1E-C9A31DC4004A}"/>
          </ac:spMkLst>
        </pc:spChg>
        <pc:spChg chg="add mod">
          <ac:chgData name="stray Turki" userId="fb0f979a1f45c4b9" providerId="LiveId" clId="{8D7F7B21-CDB5-46B0-AADC-C5ED95D5552E}" dt="2026-08-30T03:23:12.815" v="154" actId="20577"/>
          <ac:spMkLst>
            <pc:docMk/>
            <pc:sldMk cId="0" sldId="262"/>
            <ac:spMk id="4" creationId="{873F903F-8FBB-BBB8-3BA5-68BB9973EBD6}"/>
          </ac:spMkLst>
        </pc:spChg>
        <pc:spChg chg="add del mod">
          <ac:chgData name="stray Turki" userId="fb0f979a1f45c4b9" providerId="LiveId" clId="{8D7F7B21-CDB5-46B0-AADC-C5ED95D5552E}" dt="2026-08-30T03:23:19.840" v="159"/>
          <ac:spMkLst>
            <pc:docMk/>
            <pc:sldMk cId="0" sldId="262"/>
            <ac:spMk id="5" creationId="{D78A8469-0549-62D3-043E-33ECC01B85FB}"/>
          </ac:spMkLst>
        </pc:spChg>
        <pc:spChg chg="add del mod">
          <ac:chgData name="stray Turki" userId="fb0f979a1f45c4b9" providerId="LiveId" clId="{8D7F7B21-CDB5-46B0-AADC-C5ED95D5552E}" dt="2026-08-30T03:23:20.688" v="162"/>
          <ac:spMkLst>
            <pc:docMk/>
            <pc:sldMk cId="0" sldId="262"/>
            <ac:spMk id="6" creationId="{A929B428-E696-7F65-7192-AD8C1E658328}"/>
          </ac:spMkLst>
        </pc:spChg>
        <pc:spChg chg="add del mod">
          <ac:chgData name="stray Turki" userId="fb0f979a1f45c4b9" providerId="LiveId" clId="{8D7F7B21-CDB5-46B0-AADC-C5ED95D5552E}" dt="2026-08-30T03:23:21.980" v="165"/>
          <ac:spMkLst>
            <pc:docMk/>
            <pc:sldMk cId="0" sldId="262"/>
            <ac:spMk id="7" creationId="{53BB143F-9069-A9AC-DC6C-FD30F9A5C115}"/>
          </ac:spMkLst>
        </pc:spChg>
        <pc:spChg chg="add mod">
          <ac:chgData name="stray Turki" userId="fb0f979a1f45c4b9" providerId="LiveId" clId="{8D7F7B21-CDB5-46B0-AADC-C5ED95D5552E}" dt="2026-08-30T03:31:28.465" v="561" actId="14100"/>
          <ac:spMkLst>
            <pc:docMk/>
            <pc:sldMk cId="0" sldId="262"/>
            <ac:spMk id="8" creationId="{50EAEF15-F6E9-F1A0-AD96-4AA0902FCBF5}"/>
          </ac:spMkLst>
        </pc:spChg>
        <pc:spChg chg="add mod">
          <ac:chgData name="stray Turki" userId="fb0f979a1f45c4b9" providerId="LiveId" clId="{8D7F7B21-CDB5-46B0-AADC-C5ED95D5552E}" dt="2026-08-30T03:33:19.828" v="684" actId="14100"/>
          <ac:spMkLst>
            <pc:docMk/>
            <pc:sldMk cId="0" sldId="262"/>
            <ac:spMk id="9" creationId="{BA905591-2009-C0F0-0232-B3B77E96D339}"/>
          </ac:spMkLst>
        </pc:spChg>
        <pc:spChg chg="add mod">
          <ac:chgData name="stray Turki" userId="fb0f979a1f45c4b9" providerId="LiveId" clId="{8D7F7B21-CDB5-46B0-AADC-C5ED95D5552E}" dt="2026-08-30T03:40:56.369" v="1099" actId="14100"/>
          <ac:spMkLst>
            <pc:docMk/>
            <pc:sldMk cId="0" sldId="262"/>
            <ac:spMk id="10" creationId="{C4FC848F-DFC6-1DBA-0948-F06B946161C2}"/>
          </ac:spMkLst>
        </pc:spChg>
        <pc:spChg chg="add mod">
          <ac:chgData name="stray Turki" userId="fb0f979a1f45c4b9" providerId="LiveId" clId="{8D7F7B21-CDB5-46B0-AADC-C5ED95D5552E}" dt="2026-08-30T03:48:25.264" v="1550" actId="20577"/>
          <ac:spMkLst>
            <pc:docMk/>
            <pc:sldMk cId="0" sldId="262"/>
            <ac:spMk id="11" creationId="{DF134B8D-4B3F-2C2E-C910-CA4FF494EEA7}"/>
          </ac:spMkLst>
        </pc:spChg>
        <pc:spChg chg="add mod">
          <ac:chgData name="stray Turki" userId="fb0f979a1f45c4b9" providerId="LiveId" clId="{8D7F7B21-CDB5-46B0-AADC-C5ED95D5552E}" dt="2026-08-30T03:46:23.585" v="1468" actId="20577"/>
          <ac:spMkLst>
            <pc:docMk/>
            <pc:sldMk cId="0" sldId="262"/>
            <ac:spMk id="13" creationId="{8AC16EC6-B106-FB32-169B-E857D81A9EB7}"/>
          </ac:spMkLst>
        </pc:spChg>
        <pc:spChg chg="mod">
          <ac:chgData name="stray Turki" userId="fb0f979a1f45c4b9" providerId="LiveId" clId="{8D7F7B21-CDB5-46B0-AADC-C5ED95D5552E}" dt="2026-08-30T03:23:02.149" v="135" actId="27636"/>
          <ac:spMkLst>
            <pc:docMk/>
            <pc:sldMk cId="0" sldId="262"/>
            <ac:spMk id="469" creationId="{00000000-0000-0000-0000-000000000000}"/>
          </ac:spMkLst>
        </pc:spChg>
        <pc:spChg chg="mod">
          <ac:chgData name="stray Turki" userId="fb0f979a1f45c4b9" providerId="LiveId" clId="{8D7F7B21-CDB5-46B0-AADC-C5ED95D5552E}" dt="2026-08-30T03:27:11.625" v="321" actId="113"/>
          <ac:spMkLst>
            <pc:docMk/>
            <pc:sldMk cId="0" sldId="262"/>
            <ac:spMk id="470" creationId="{00000000-0000-0000-0000-000000000000}"/>
          </ac:spMkLst>
        </pc:spChg>
      </pc:sldChg>
      <pc:sldMasterChg chg="modSldLayout">
        <pc:chgData name="stray Turki" userId="fb0f979a1f45c4b9" providerId="LiveId" clId="{8D7F7B21-CDB5-46B0-AADC-C5ED95D5552E}" dt="2026-08-30T03:10:29.554" v="14" actId="27636"/>
        <pc:sldMasterMkLst>
          <pc:docMk/>
          <pc:sldMasterMk cId="0" sldId="2147483661"/>
        </pc:sldMasterMkLst>
        <pc:sldLayoutChg chg="modSp mod">
          <pc:chgData name="stray Turki" userId="fb0f979a1f45c4b9" providerId="LiveId" clId="{8D7F7B21-CDB5-46B0-AADC-C5ED95D5552E}" dt="2026-08-30T03:10:29.494" v="7" actId="27636"/>
          <pc:sldLayoutMkLst>
            <pc:docMk/>
            <pc:sldMasterMk cId="0" sldId="2147483661"/>
            <pc:sldLayoutMk cId="0" sldId="2147483648"/>
          </pc:sldLayoutMkLst>
          <pc:spChg chg="mod">
            <ac:chgData name="stray Turki" userId="fb0f979a1f45c4b9" providerId="LiveId" clId="{8D7F7B21-CDB5-46B0-AADC-C5ED95D5552E}" dt="2026-08-30T03:10:29.494" v="7" actId="27636"/>
            <ac:spMkLst>
              <pc:docMk/>
              <pc:sldMasterMk cId="0" sldId="2147483661"/>
              <pc:sldLayoutMk cId="0" sldId="2147483648"/>
              <ac:spMk id="64" creationId="{00000000-0000-0000-0000-000000000000}"/>
            </ac:spMkLst>
          </pc:spChg>
        </pc:sldLayoutChg>
        <pc:sldLayoutChg chg="modSp mod">
          <pc:chgData name="stray Turki" userId="fb0f979a1f45c4b9" providerId="LiveId" clId="{8D7F7B21-CDB5-46B0-AADC-C5ED95D5552E}" dt="2026-08-30T03:10:29.524" v="11" actId="27636"/>
          <pc:sldLayoutMkLst>
            <pc:docMk/>
            <pc:sldMasterMk cId="0" sldId="2147483661"/>
            <pc:sldLayoutMk cId="0" sldId="2147483649"/>
          </pc:sldLayoutMkLst>
          <pc:spChg chg="mod">
            <ac:chgData name="stray Turki" userId="fb0f979a1f45c4b9" providerId="LiveId" clId="{8D7F7B21-CDB5-46B0-AADC-C5ED95D5552E}" dt="2026-08-30T03:10:29.524" v="11" actId="27636"/>
            <ac:spMkLst>
              <pc:docMk/>
              <pc:sldMasterMk cId="0" sldId="2147483661"/>
              <pc:sldLayoutMk cId="0" sldId="2147483649"/>
              <ac:spMk id="80" creationId="{00000000-0000-0000-0000-000000000000}"/>
            </ac:spMkLst>
          </pc:spChg>
          <pc:spChg chg="mod">
            <ac:chgData name="stray Turki" userId="fb0f979a1f45c4b9" providerId="LiveId" clId="{8D7F7B21-CDB5-46B0-AADC-C5ED95D5552E}" dt="2026-08-30T03:10:29.517" v="9" actId="27636"/>
            <ac:spMkLst>
              <pc:docMk/>
              <pc:sldMasterMk cId="0" sldId="2147483661"/>
              <pc:sldLayoutMk cId="0" sldId="2147483649"/>
              <ac:spMk id="107" creationId="{00000000-0000-0000-0000-000000000000}"/>
            </ac:spMkLst>
          </pc:spChg>
          <pc:spChg chg="mod">
            <ac:chgData name="stray Turki" userId="fb0f979a1f45c4b9" providerId="LiveId" clId="{8D7F7B21-CDB5-46B0-AADC-C5ED95D5552E}" dt="2026-08-30T03:10:29.521" v="10" actId="27636"/>
            <ac:spMkLst>
              <pc:docMk/>
              <pc:sldMasterMk cId="0" sldId="2147483661"/>
              <pc:sldLayoutMk cId="0" sldId="2147483649"/>
              <ac:spMk id="115" creationId="{00000000-0000-0000-0000-000000000000}"/>
            </ac:spMkLst>
          </pc:spChg>
          <pc:spChg chg="mod">
            <ac:chgData name="stray Turki" userId="fb0f979a1f45c4b9" providerId="LiveId" clId="{8D7F7B21-CDB5-46B0-AADC-C5ED95D5552E}" dt="2026-08-30T03:10:29.512" v="8" actId="27636"/>
            <ac:spMkLst>
              <pc:docMk/>
              <pc:sldMasterMk cId="0" sldId="2147483661"/>
              <pc:sldLayoutMk cId="0" sldId="2147483649"/>
              <ac:spMk id="116" creationId="{00000000-0000-0000-0000-000000000000}"/>
            </ac:spMkLst>
          </pc:spChg>
        </pc:sldLayoutChg>
        <pc:sldLayoutChg chg="modSp mod">
          <pc:chgData name="stray Turki" userId="fb0f979a1f45c4b9" providerId="LiveId" clId="{8D7F7B21-CDB5-46B0-AADC-C5ED95D5552E}" dt="2026-08-30T03:10:29.542" v="13" actId="27636"/>
          <pc:sldLayoutMkLst>
            <pc:docMk/>
            <pc:sldMasterMk cId="0" sldId="2147483661"/>
            <pc:sldLayoutMk cId="0" sldId="2147483650"/>
          </pc:sldLayoutMkLst>
          <pc:spChg chg="mod">
            <ac:chgData name="stray Turki" userId="fb0f979a1f45c4b9" providerId="LiveId" clId="{8D7F7B21-CDB5-46B0-AADC-C5ED95D5552E}" dt="2026-08-30T03:10:29.542" v="13" actId="27636"/>
            <ac:spMkLst>
              <pc:docMk/>
              <pc:sldMasterMk cId="0" sldId="2147483661"/>
              <pc:sldLayoutMk cId="0" sldId="2147483650"/>
              <ac:spMk id="153" creationId="{00000000-0000-0000-0000-000000000000}"/>
            </ac:spMkLst>
          </pc:spChg>
          <pc:spChg chg="mod">
            <ac:chgData name="stray Turki" userId="fb0f979a1f45c4b9" providerId="LiveId" clId="{8D7F7B21-CDB5-46B0-AADC-C5ED95D5552E}" dt="2026-08-30T03:10:29.537" v="12" actId="27636"/>
            <ac:spMkLst>
              <pc:docMk/>
              <pc:sldMasterMk cId="0" sldId="2147483661"/>
              <pc:sldLayoutMk cId="0" sldId="2147483650"/>
              <ac:spMk id="157" creationId="{00000000-0000-0000-0000-000000000000}"/>
            </ac:spMkLst>
          </pc:spChg>
        </pc:sldLayoutChg>
        <pc:sldLayoutChg chg="modSp mod">
          <pc:chgData name="stray Turki" userId="fb0f979a1f45c4b9" providerId="LiveId" clId="{8D7F7B21-CDB5-46B0-AADC-C5ED95D5552E}" dt="2026-08-30T03:10:29.554" v="14" actId="27636"/>
          <pc:sldLayoutMkLst>
            <pc:docMk/>
            <pc:sldMasterMk cId="0" sldId="2147483661"/>
            <pc:sldLayoutMk cId="0" sldId="2147483651"/>
          </pc:sldLayoutMkLst>
          <pc:spChg chg="mod">
            <ac:chgData name="stray Turki" userId="fb0f979a1f45c4b9" providerId="LiveId" clId="{8D7F7B21-CDB5-46B0-AADC-C5ED95D5552E}" dt="2026-08-30T03:10:29.554" v="14" actId="27636"/>
            <ac:spMkLst>
              <pc:docMk/>
              <pc:sldMasterMk cId="0" sldId="2147483661"/>
              <pc:sldLayoutMk cId="0" sldId="2147483651"/>
              <ac:spMk id="184" creationId="{00000000-0000-0000-0000-000000000000}"/>
            </ac:spMkLst>
          </pc:spChg>
        </pc:sldLayoutChg>
      </pc:sldMasterChg>
      <pc:sldMasterChg chg="delSldLayout">
        <pc:chgData name="stray Turki" userId="fb0f979a1f45c4b9" providerId="LiveId" clId="{8D7F7B21-CDB5-46B0-AADC-C5ED95D5552E}" dt="2026-08-30T03:08:46.276" v="5" actId="2696"/>
        <pc:sldMasterMkLst>
          <pc:docMk/>
          <pc:sldMasterMk cId="0" sldId="2147483662"/>
        </pc:sldMasterMkLst>
        <pc:sldLayoutChg chg="del">
          <pc:chgData name="stray Turki" userId="fb0f979a1f45c4b9" providerId="LiveId" clId="{8D7F7B21-CDB5-46B0-AADC-C5ED95D5552E}" dt="2026-08-30T03:08:43.881" v="4" actId="2696"/>
          <pc:sldLayoutMkLst>
            <pc:docMk/>
            <pc:sldMasterMk cId="0" sldId="2147483662"/>
            <pc:sldLayoutMk cId="0" sldId="2147483654"/>
          </pc:sldLayoutMkLst>
        </pc:sldLayoutChg>
        <pc:sldLayoutChg chg="del">
          <pc:chgData name="stray Turki" userId="fb0f979a1f45c4b9" providerId="LiveId" clId="{8D7F7B21-CDB5-46B0-AADC-C5ED95D5552E}" dt="2026-08-30T03:08:41.465" v="3" actId="2696"/>
          <pc:sldLayoutMkLst>
            <pc:docMk/>
            <pc:sldMasterMk cId="0" sldId="2147483662"/>
            <pc:sldLayoutMk cId="0" sldId="2147483655"/>
          </pc:sldLayoutMkLst>
        </pc:sldLayoutChg>
        <pc:sldLayoutChg chg="del">
          <pc:chgData name="stray Turki" userId="fb0f979a1f45c4b9" providerId="LiveId" clId="{8D7F7B21-CDB5-46B0-AADC-C5ED95D5552E}" dt="2026-08-30T03:08:36.073" v="1" actId="2696"/>
          <pc:sldLayoutMkLst>
            <pc:docMk/>
            <pc:sldMasterMk cId="0" sldId="2147483662"/>
            <pc:sldLayoutMk cId="0" sldId="2147483656"/>
          </pc:sldLayoutMkLst>
        </pc:sldLayoutChg>
        <pc:sldLayoutChg chg="del">
          <pc:chgData name="stray Turki" userId="fb0f979a1f45c4b9" providerId="LiveId" clId="{8D7F7B21-CDB5-46B0-AADC-C5ED95D5552E}" dt="2026-08-30T03:08:31.952" v="0" actId="2696"/>
          <pc:sldLayoutMkLst>
            <pc:docMk/>
            <pc:sldMasterMk cId="0" sldId="2147483662"/>
            <pc:sldLayoutMk cId="0" sldId="2147483657"/>
          </pc:sldLayoutMkLst>
        </pc:sldLayoutChg>
        <pc:sldLayoutChg chg="del">
          <pc:chgData name="stray Turki" userId="fb0f979a1f45c4b9" providerId="LiveId" clId="{8D7F7B21-CDB5-46B0-AADC-C5ED95D5552E}" dt="2026-08-30T03:08:46.276" v="5" actId="2696"/>
          <pc:sldLayoutMkLst>
            <pc:docMk/>
            <pc:sldMasterMk cId="0" sldId="2147483662"/>
            <pc:sldLayoutMk cId="0" sldId="2147483658"/>
          </pc:sldLayoutMkLst>
        </pc:sldLayoutChg>
        <pc:sldLayoutChg chg="del">
          <pc:chgData name="stray Turki" userId="fb0f979a1f45c4b9" providerId="LiveId" clId="{8D7F7B21-CDB5-46B0-AADC-C5ED95D5552E}" dt="2026-08-30T03:08:38.743" v="2" actId="2696"/>
          <pc:sldLayoutMkLst>
            <pc:docMk/>
            <pc:sldMasterMk cId="0" sldId="2147483662"/>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e3a6309cc6_3_34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1e3a6309cc6_3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6">
  <p:cSld name="CUSTOM_2_2">
    <p:spTree>
      <p:nvGrpSpPr>
        <p:cNvPr id="1" name="Shape 387"/>
        <p:cNvGrpSpPr/>
        <p:nvPr/>
      </p:nvGrpSpPr>
      <p:grpSpPr>
        <a:xfrm>
          <a:off x="0" y="0"/>
          <a:ext cx="0" cy="0"/>
          <a:chOff x="0" y="0"/>
          <a:chExt cx="0" cy="0"/>
        </a:xfrm>
      </p:grpSpPr>
      <p:sp>
        <p:nvSpPr>
          <p:cNvPr id="388" name="Google Shape;388;p1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389" name="Google Shape;389;p1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grpSp>
        <p:nvGrpSpPr>
          <p:cNvPr id="390" name="Google Shape;390;p15"/>
          <p:cNvGrpSpPr/>
          <p:nvPr/>
        </p:nvGrpSpPr>
        <p:grpSpPr>
          <a:xfrm>
            <a:off x="95351" y="1392509"/>
            <a:ext cx="7581691" cy="5901"/>
            <a:chOff x="1890075" y="5241175"/>
            <a:chExt cx="4240556" cy="257700"/>
          </a:xfrm>
        </p:grpSpPr>
        <p:sp>
          <p:nvSpPr>
            <p:cNvPr id="391" name="Google Shape;391;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2" name="Google Shape;392;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3" name="Google Shape;393;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4" name="Google Shape;394;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95" name="Google Shape;395;p15"/>
          <p:cNvGrpSpPr/>
          <p:nvPr/>
        </p:nvGrpSpPr>
        <p:grpSpPr>
          <a:xfrm>
            <a:off x="95351" y="4542984"/>
            <a:ext cx="7581691" cy="5901"/>
            <a:chOff x="1890075" y="5241175"/>
            <a:chExt cx="4240556" cy="257700"/>
          </a:xfrm>
        </p:grpSpPr>
        <p:sp>
          <p:nvSpPr>
            <p:cNvPr id="396" name="Google Shape;396;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7" name="Google Shape;397;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8" name="Google Shape;398;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9" name="Google Shape;399;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00" name="Google Shape;400;p1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401" name="Google Shape;401;p15"/>
          <p:cNvSpPr/>
          <p:nvPr/>
        </p:nvSpPr>
        <p:spPr>
          <a:xfrm>
            <a:off x="432000" y="31534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Objective</a:t>
            </a:r>
            <a:endParaRPr b="1">
              <a:solidFill>
                <a:schemeClr val="dk1"/>
              </a:solidFill>
              <a:latin typeface="Google Sans"/>
              <a:ea typeface="Google Sans"/>
              <a:cs typeface="Google Sans"/>
              <a:sym typeface="Google Sans"/>
            </a:endParaRPr>
          </a:p>
        </p:txBody>
      </p:sp>
      <p:sp>
        <p:nvSpPr>
          <p:cNvPr id="402" name="Google Shape;402;p15"/>
          <p:cNvSpPr/>
          <p:nvPr/>
        </p:nvSpPr>
        <p:spPr>
          <a:xfrm>
            <a:off x="432000" y="4904796"/>
            <a:ext cx="1598400" cy="2850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Results </a:t>
            </a:r>
            <a:endParaRPr b="1">
              <a:solidFill>
                <a:schemeClr val="dk1"/>
              </a:solidFill>
              <a:latin typeface="Google Sans"/>
              <a:ea typeface="Google Sans"/>
              <a:cs typeface="Google Sans"/>
              <a:sym typeface="Google Sans"/>
            </a:endParaRPr>
          </a:p>
        </p:txBody>
      </p:sp>
      <p:sp>
        <p:nvSpPr>
          <p:cNvPr id="403" name="Google Shape;403;p15"/>
          <p:cNvSpPr/>
          <p:nvPr/>
        </p:nvSpPr>
        <p:spPr>
          <a:xfrm>
            <a:off x="432000" y="8144170"/>
            <a:ext cx="1598400" cy="2691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404" name="Google Shape;404;p15"/>
          <p:cNvGrpSpPr/>
          <p:nvPr/>
        </p:nvGrpSpPr>
        <p:grpSpPr>
          <a:xfrm>
            <a:off x="95351" y="7971759"/>
            <a:ext cx="7581691" cy="5901"/>
            <a:chOff x="1890075" y="5241175"/>
            <a:chExt cx="4240556" cy="257700"/>
          </a:xfrm>
        </p:grpSpPr>
        <p:sp>
          <p:nvSpPr>
            <p:cNvPr id="405" name="Google Shape;405;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6" name="Google Shape;406;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7" name="Google Shape;407;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8" name="Google Shape;408;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09" name="Google Shape;409;p15"/>
          <p:cNvSpPr>
            <a:spLocks noGrp="1"/>
          </p:cNvSpPr>
          <p:nvPr>
            <p:ph type="pic" idx="2"/>
          </p:nvPr>
        </p:nvSpPr>
        <p:spPr>
          <a:xfrm>
            <a:off x="4467025" y="5862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grpSp>
        <p:nvGrpSpPr>
          <p:cNvPr id="468" name="Google Shape;468;p22"/>
          <p:cNvGrpSpPr/>
          <p:nvPr/>
        </p:nvGrpSpPr>
        <p:grpSpPr>
          <a:xfrm>
            <a:off x="188700" y="264925"/>
            <a:ext cx="6292500" cy="1171500"/>
            <a:chOff x="188700" y="264925"/>
            <a:chExt cx="6292500" cy="1171500"/>
          </a:xfrm>
        </p:grpSpPr>
        <p:sp>
          <p:nvSpPr>
            <p:cNvPr id="469" name="Google Shape;469;p22"/>
            <p:cNvSpPr txBox="1"/>
            <p:nvPr/>
          </p:nvSpPr>
          <p:spPr>
            <a:xfrm>
              <a:off x="1291200" y="264925"/>
              <a:ext cx="5190000" cy="504332"/>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fontScale="62500" lnSpcReduction="20000"/>
            </a:bodyPr>
            <a:lstStyle/>
            <a:p>
              <a:pPr lvl="0" algn="ctr"/>
              <a:r>
                <a:rPr lang="en-US" sz="2600" dirty="0"/>
                <a:t>New York City TLC Preparation Data Summary</a:t>
              </a:r>
            </a:p>
            <a:p>
              <a:pPr lvl="0" algn="ctr"/>
              <a:r>
                <a:rPr lang="en-US" sz="1600" dirty="0"/>
                <a:t> </a:t>
              </a:r>
              <a:endParaRPr sz="1600" dirty="0">
                <a:solidFill>
                  <a:srgbClr val="000000"/>
                </a:solidFill>
                <a:latin typeface="Google Sans SemiBold"/>
                <a:ea typeface="Google Sans SemiBold"/>
                <a:cs typeface="Google Sans SemiBold"/>
                <a:sym typeface="Google Sans SemiBold"/>
              </a:endParaRPr>
            </a:p>
          </p:txBody>
        </p:sp>
        <p:sp>
          <p:nvSpPr>
            <p:cNvPr id="470" name="Google Shape;470;p22"/>
            <p:cNvSpPr txBox="1"/>
            <p:nvPr/>
          </p:nvSpPr>
          <p:spPr>
            <a:xfrm>
              <a:off x="188700" y="1036225"/>
              <a:ext cx="35169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US" dirty="0">
                  <a:latin typeface="Roboto"/>
                  <a:ea typeface="Roboto"/>
                  <a:cs typeface="Roboto"/>
                  <a:sym typeface="Roboto"/>
                </a:rPr>
                <a:t>B</a:t>
              </a:r>
              <a:r>
                <a:rPr lang="en" dirty="0">
                  <a:latin typeface="Roboto"/>
                  <a:ea typeface="Roboto"/>
                  <a:cs typeface="Roboto"/>
                  <a:sym typeface="Roboto"/>
                </a:rPr>
                <a:t>y </a:t>
              </a:r>
              <a:r>
                <a:rPr lang="en" b="1" dirty="0">
                  <a:latin typeface="Roboto"/>
                  <a:ea typeface="Roboto"/>
                  <a:cs typeface="Roboto"/>
                  <a:sym typeface="Roboto"/>
                </a:rPr>
                <a:t>Automatidata</a:t>
              </a:r>
              <a:endParaRPr b="1" dirty="0">
                <a:solidFill>
                  <a:srgbClr val="000000"/>
                </a:solidFill>
                <a:latin typeface="Roboto"/>
                <a:ea typeface="Roboto"/>
                <a:cs typeface="Roboto"/>
                <a:sym typeface="Roboto"/>
              </a:endParaRPr>
            </a:p>
          </p:txBody>
        </p:sp>
      </p:grpSp>
      <p:sp>
        <p:nvSpPr>
          <p:cNvPr id="4" name="Google Shape;469;p22">
            <a:extLst>
              <a:ext uri="{FF2B5EF4-FFF2-40B4-BE49-F238E27FC236}">
                <a16:creationId xmlns:a16="http://schemas.microsoft.com/office/drawing/2014/main" id="{873F903F-8FBB-BBB8-3BA5-68BB9973EBD6}"/>
              </a:ext>
            </a:extLst>
          </p:cNvPr>
          <p:cNvSpPr txBox="1"/>
          <p:nvPr/>
        </p:nvSpPr>
        <p:spPr>
          <a:xfrm>
            <a:off x="1291200" y="555455"/>
            <a:ext cx="5190000" cy="504332"/>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fontScale="70000" lnSpcReduction="20000"/>
          </a:bodyPr>
          <a:lstStyle/>
          <a:p>
            <a:pPr lvl="0" algn="ctr"/>
            <a:r>
              <a:rPr lang="en-US" sz="2100" dirty="0"/>
              <a:t>Executive Summary</a:t>
            </a:r>
          </a:p>
          <a:p>
            <a:pPr lvl="0" algn="ctr"/>
            <a:r>
              <a:rPr lang="en-US" sz="1600" dirty="0"/>
              <a:t> </a:t>
            </a:r>
            <a:endParaRPr sz="1600" dirty="0">
              <a:solidFill>
                <a:srgbClr val="000000"/>
              </a:solidFill>
              <a:latin typeface="Google Sans SemiBold"/>
              <a:ea typeface="Google Sans SemiBold"/>
              <a:cs typeface="Google Sans SemiBold"/>
              <a:sym typeface="Google Sans SemiBold"/>
            </a:endParaRPr>
          </a:p>
        </p:txBody>
      </p:sp>
      <p:sp>
        <p:nvSpPr>
          <p:cNvPr id="8" name="TextBox 7">
            <a:extLst>
              <a:ext uri="{FF2B5EF4-FFF2-40B4-BE49-F238E27FC236}">
                <a16:creationId xmlns:a16="http://schemas.microsoft.com/office/drawing/2014/main" id="{50EAEF15-F6E9-F1A0-AD96-4AA0902FCBF5}"/>
              </a:ext>
            </a:extLst>
          </p:cNvPr>
          <p:cNvSpPr txBox="1"/>
          <p:nvPr/>
        </p:nvSpPr>
        <p:spPr>
          <a:xfrm>
            <a:off x="456842" y="2075528"/>
            <a:ext cx="6763401" cy="954107"/>
          </a:xfrm>
          <a:prstGeom prst="rect">
            <a:avLst/>
          </a:prstGeom>
          <a:noFill/>
        </p:spPr>
        <p:txBody>
          <a:bodyPr wrap="square" rtlCol="0">
            <a:spAutoFit/>
          </a:bodyPr>
          <a:lstStyle/>
          <a:p>
            <a:r>
              <a:rPr lang="en-US" b="1" dirty="0"/>
              <a:t>This project performed a preparation inspection of NYC Taxi and Limousine Commission  data to inform the team of key data variable descriptions, and ensure the information provided is suitable for generating clear and meaningful insights.</a:t>
            </a:r>
          </a:p>
        </p:txBody>
      </p:sp>
      <p:sp>
        <p:nvSpPr>
          <p:cNvPr id="9" name="TextBox 8">
            <a:extLst>
              <a:ext uri="{FF2B5EF4-FFF2-40B4-BE49-F238E27FC236}">
                <a16:creationId xmlns:a16="http://schemas.microsoft.com/office/drawing/2014/main" id="{BA905591-2009-C0F0-0232-B3B77E96D339}"/>
              </a:ext>
            </a:extLst>
          </p:cNvPr>
          <p:cNvSpPr txBox="1"/>
          <p:nvPr/>
        </p:nvSpPr>
        <p:spPr>
          <a:xfrm>
            <a:off x="456842" y="3584567"/>
            <a:ext cx="6930929" cy="954107"/>
          </a:xfrm>
          <a:prstGeom prst="rect">
            <a:avLst/>
          </a:prstGeom>
          <a:noFill/>
        </p:spPr>
        <p:txBody>
          <a:bodyPr wrap="square" rtlCol="0">
            <a:spAutoFit/>
          </a:bodyPr>
          <a:lstStyle/>
          <a:p>
            <a:r>
              <a:rPr lang="en-US" b="1" dirty="0"/>
              <a:t>The objective to check each column to understand what each mean and represents, and then prepare the data by loading the data then check the structure and the shape, then check the </a:t>
            </a:r>
            <a:r>
              <a:rPr lang="en-US" b="1" dirty="0" err="1"/>
              <a:t>dtype</a:t>
            </a:r>
            <a:r>
              <a:rPr lang="en-US" b="1" dirty="0"/>
              <a:t>, look for null values, duplicates and outliers.</a:t>
            </a:r>
          </a:p>
        </p:txBody>
      </p:sp>
      <p:sp>
        <p:nvSpPr>
          <p:cNvPr id="10" name="TextBox 9">
            <a:extLst>
              <a:ext uri="{FF2B5EF4-FFF2-40B4-BE49-F238E27FC236}">
                <a16:creationId xmlns:a16="http://schemas.microsoft.com/office/drawing/2014/main" id="{C4FC848F-DFC6-1DBA-0948-F06B946161C2}"/>
              </a:ext>
            </a:extLst>
          </p:cNvPr>
          <p:cNvSpPr txBox="1"/>
          <p:nvPr/>
        </p:nvSpPr>
        <p:spPr>
          <a:xfrm>
            <a:off x="456842" y="5316770"/>
            <a:ext cx="3578129" cy="2462213"/>
          </a:xfrm>
          <a:prstGeom prst="rect">
            <a:avLst/>
          </a:prstGeom>
          <a:noFill/>
        </p:spPr>
        <p:txBody>
          <a:bodyPr wrap="square" rtlCol="0">
            <a:spAutoFit/>
          </a:bodyPr>
          <a:lstStyle/>
          <a:p>
            <a:pPr marL="285750" indent="-285750">
              <a:buFont typeface="Arial" panose="020B0604020202020204" pitchFamily="34" charset="0"/>
              <a:buChar char="•"/>
            </a:pPr>
            <a:r>
              <a:rPr lang="en-US" b="1" dirty="0"/>
              <a:t>Unnamed Column.</a:t>
            </a:r>
          </a:p>
          <a:p>
            <a:pPr marL="285750" indent="-285750">
              <a:buFont typeface="Arial" panose="020B0604020202020204" pitchFamily="34" charset="0"/>
              <a:buChar char="•"/>
            </a:pPr>
            <a:r>
              <a:rPr lang="en-US" b="1" dirty="0"/>
              <a:t>There are no null values.</a:t>
            </a:r>
          </a:p>
          <a:p>
            <a:pPr marL="285750" indent="-285750">
              <a:buFont typeface="Arial" panose="020B0604020202020204" pitchFamily="34" charset="0"/>
              <a:buChar char="•"/>
            </a:pPr>
            <a:r>
              <a:rPr lang="en-US" b="1" dirty="0"/>
              <a:t>Date is listed as an object.</a:t>
            </a:r>
          </a:p>
          <a:p>
            <a:pPr marL="285750" indent="-285750">
              <a:buFont typeface="Arial" panose="020B0604020202020204" pitchFamily="34" charset="0"/>
              <a:buChar char="•"/>
            </a:pPr>
            <a:r>
              <a:rPr lang="en-US" b="1" dirty="0"/>
              <a:t>Different </a:t>
            </a:r>
            <a:r>
              <a:rPr lang="en-US" b="1" dirty="0" err="1"/>
              <a:t>dtypes</a:t>
            </a:r>
            <a:r>
              <a:rPr lang="en-US" b="1" dirty="0"/>
              <a:t>.</a:t>
            </a:r>
          </a:p>
          <a:p>
            <a:pPr marL="285750" indent="-285750">
              <a:buFont typeface="Arial" panose="020B0604020202020204" pitchFamily="34" charset="0"/>
              <a:buChar char="•"/>
            </a:pPr>
            <a:r>
              <a:rPr lang="en-US" b="1" dirty="0"/>
              <a:t>There are some negative fare amount.</a:t>
            </a:r>
          </a:p>
          <a:p>
            <a:pPr marL="285750" indent="-285750">
              <a:buFont typeface="Arial" panose="020B0604020202020204" pitchFamily="34" charset="0"/>
              <a:buChar char="•"/>
            </a:pPr>
            <a:r>
              <a:rPr lang="en-US" b="1" dirty="0"/>
              <a:t>Some trip distances are listed zero. </a:t>
            </a:r>
          </a:p>
          <a:p>
            <a:pPr marL="285750" indent="-285750">
              <a:buFont typeface="Arial" panose="020B0604020202020204" pitchFamily="34" charset="0"/>
              <a:buChar char="•"/>
            </a:pPr>
            <a:r>
              <a:rPr lang="en-US" b="1" dirty="0"/>
              <a:t>There is a 999.99 fare amount.</a:t>
            </a:r>
          </a:p>
          <a:p>
            <a:pPr marL="285750" indent="-285750">
              <a:buFont typeface="Arial" panose="020B0604020202020204" pitchFamily="34" charset="0"/>
              <a:buChar char="•"/>
            </a:pPr>
            <a:r>
              <a:rPr lang="en-US" b="1" dirty="0"/>
              <a:t>Total amount doesn’t depend on the fare amount only there are other values that contributes to the value.</a:t>
            </a:r>
          </a:p>
        </p:txBody>
      </p:sp>
      <p:sp>
        <p:nvSpPr>
          <p:cNvPr id="11" name="TextBox 10">
            <a:extLst>
              <a:ext uri="{FF2B5EF4-FFF2-40B4-BE49-F238E27FC236}">
                <a16:creationId xmlns:a16="http://schemas.microsoft.com/office/drawing/2014/main" id="{DF134B8D-4B3F-2C2E-C910-CA4FF494EEA7}"/>
              </a:ext>
            </a:extLst>
          </p:cNvPr>
          <p:cNvSpPr txBox="1"/>
          <p:nvPr/>
        </p:nvSpPr>
        <p:spPr>
          <a:xfrm>
            <a:off x="456842" y="8545121"/>
            <a:ext cx="7156258" cy="738664"/>
          </a:xfrm>
          <a:prstGeom prst="rect">
            <a:avLst/>
          </a:prstGeom>
          <a:noFill/>
        </p:spPr>
        <p:txBody>
          <a:bodyPr wrap="square" rtlCol="0">
            <a:spAutoFit/>
          </a:bodyPr>
          <a:lstStyle/>
          <a:p>
            <a:pPr lvl="0" fontAlgn="base"/>
            <a:r>
              <a:rPr lang="en-US" b="1" dirty="0"/>
              <a:t>Perform a complete exploratory data analysis (EDA). Perform any data cleaning and data analysis steps to </a:t>
            </a:r>
            <a:r>
              <a:rPr lang="en-US" b="1"/>
              <a:t>understand the unusual variables. </a:t>
            </a:r>
            <a:r>
              <a:rPr lang="en-US" b="1" dirty="0"/>
              <a:t>Use descriptive statistics to learn more about the data. Create and run a regression model.</a:t>
            </a:r>
          </a:p>
        </p:txBody>
      </p:sp>
      <p:sp>
        <p:nvSpPr>
          <p:cNvPr id="13" name="TextBox 12">
            <a:extLst>
              <a:ext uri="{FF2B5EF4-FFF2-40B4-BE49-F238E27FC236}">
                <a16:creationId xmlns:a16="http://schemas.microsoft.com/office/drawing/2014/main" id="{8AC16EC6-B106-FB32-169B-E857D81A9EB7}"/>
              </a:ext>
            </a:extLst>
          </p:cNvPr>
          <p:cNvSpPr txBox="1"/>
          <p:nvPr/>
        </p:nvSpPr>
        <p:spPr>
          <a:xfrm>
            <a:off x="4034971" y="5316769"/>
            <a:ext cx="3578129" cy="2462213"/>
          </a:xfrm>
          <a:prstGeom prst="rect">
            <a:avLst/>
          </a:prstGeom>
          <a:noFill/>
        </p:spPr>
        <p:txBody>
          <a:bodyPr wrap="square" rtlCol="0">
            <a:spAutoFit/>
          </a:bodyPr>
          <a:lstStyle/>
          <a:p>
            <a:pPr marL="285750" indent="-285750">
              <a:buFont typeface="Arial" panose="020B0604020202020204" pitchFamily="34" charset="0"/>
              <a:buChar char="•"/>
            </a:pPr>
            <a:r>
              <a:rPr lang="en-US" b="1" dirty="0"/>
              <a:t>Some have short distance and high value.</a:t>
            </a:r>
          </a:p>
          <a:p>
            <a:pPr marL="285750" indent="-285750">
              <a:buFont typeface="Arial" panose="020B0604020202020204" pitchFamily="34" charset="0"/>
              <a:buChar char="•"/>
            </a:pPr>
            <a:r>
              <a:rPr lang="en-US" b="1" dirty="0"/>
              <a:t>The size of each vendor  ID, 1 is 10073 and 2 is 12626.</a:t>
            </a:r>
          </a:p>
          <a:p>
            <a:pPr marL="285750" indent="-285750">
              <a:buFont typeface="Arial" panose="020B0604020202020204" pitchFamily="34" charset="0"/>
              <a:buChar char="•"/>
            </a:pPr>
            <a:r>
              <a:rPr lang="en-US" b="1" dirty="0"/>
              <a:t>Mean total amount for vendor ID 1 is 16.298119 and 2 is 16.320282.</a:t>
            </a:r>
          </a:p>
          <a:p>
            <a:pPr marL="285750" indent="-285750">
              <a:buFont typeface="Arial" panose="020B0604020202020204" pitchFamily="34" charset="0"/>
              <a:buChar char="•"/>
            </a:pPr>
            <a:r>
              <a:rPr lang="en-US" b="1" dirty="0"/>
              <a:t>There are 27 zero passenger count .</a:t>
            </a:r>
          </a:p>
          <a:p>
            <a:pPr marL="285750" indent="-285750">
              <a:buFont typeface="Arial" panose="020B0604020202020204" pitchFamily="34" charset="0"/>
              <a:buChar char="•"/>
            </a:pPr>
            <a:r>
              <a:rPr lang="en-US" b="1" dirty="0"/>
              <a:t>The fare amount and the trip distance are the values are going to help for building the model.</a:t>
            </a:r>
          </a:p>
          <a:p>
            <a:pPr marL="285750" indent="-285750">
              <a:buFont typeface="Arial" panose="020B0604020202020204" pitchFamily="34" charset="0"/>
              <a:buChar char="•"/>
            </a:pPr>
            <a:endParaRPr lang="en-US" b="1"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Words>
  <Application>Microsoft Office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Lato</vt:lpstr>
      <vt:lpstr>Arial</vt:lpstr>
      <vt:lpstr>Google Sans</vt:lpstr>
      <vt:lpstr>Google Sans SemiBold</vt:lpstr>
      <vt:lpstr>Work Sans</vt:lpstr>
      <vt:lpstr>Calibri</vt:lpstr>
      <vt:lpstr>PT Sans Narrow</vt:lpstr>
      <vt:lpstr>Roboto</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stray Turki</cp:lastModifiedBy>
  <cp:revision>1</cp:revision>
  <dcterms:modified xsi:type="dcterms:W3CDTF">2026-08-30T03:48:26Z</dcterms:modified>
</cp:coreProperties>
</file>