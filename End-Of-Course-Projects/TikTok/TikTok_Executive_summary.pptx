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 id="2147483662" r:id="rId2"/>
  </p:sldMasterIdLst>
  <p:notesMasterIdLst>
    <p:notesMasterId r:id="rId4"/>
  </p:notesMasterIdLst>
  <p:sldIdLst>
    <p:sldId id="262" r:id="rId3"/>
  </p:sldIdLst>
  <p:sldSz cx="7772400" cy="10058400"/>
  <p:notesSz cx="6858000" cy="9144000"/>
  <p:embeddedFontLst>
    <p:embeddedFont>
      <p:font typeface="Google Sans" panose="020B0604020202020204" charset="0"/>
      <p:regular r:id="rId5"/>
      <p:bold r:id="rId6"/>
      <p:italic r:id="rId7"/>
      <p:boldItalic r:id="rId8"/>
    </p:embeddedFont>
    <p:embeddedFont>
      <p:font typeface="Google Sans SemiBold" panose="020B0604020202020204" charset="0"/>
      <p:regular r:id="rId9"/>
      <p:bold r:id="rId10"/>
      <p:italic r:id="rId11"/>
      <p:boldItalic r:id="rId12"/>
    </p:embeddedFont>
    <p:embeddedFont>
      <p:font typeface="Lato" panose="020F0502020204030203" pitchFamily="34" charset="0"/>
      <p:regular r:id="rId13"/>
      <p:bold r:id="rId14"/>
      <p:italic r:id="rId15"/>
      <p:boldItalic r:id="rId16"/>
    </p:embeddedFont>
    <p:embeddedFont>
      <p:font typeface="PT Sans Narrow" panose="020B0506020203020204" pitchFamily="34" charset="0"/>
      <p:regular r:id="rId17"/>
      <p:bold r:id="rId18"/>
    </p:embeddedFont>
    <p:embeddedFont>
      <p:font typeface="Roboto" panose="02000000000000000000" pitchFamily="2" charset="0"/>
      <p:regular r:id="rId19"/>
      <p:bold r:id="rId20"/>
      <p:italic r:id="rId21"/>
      <p:boldItalic r:id="rId22"/>
    </p:embeddedFont>
    <p:embeddedFont>
      <p:font typeface="Work Sans"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56C622-F62A-426A-BACE-BEF834EFD685}" v="6" dt="2026-09-01T06:39:18.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8824" autoAdjust="0"/>
    <p:restoredTop sz="94660"/>
  </p:normalViewPr>
  <p:slideViewPr>
    <p:cSldViewPr snapToGrid="0">
      <p:cViewPr varScale="1">
        <p:scale>
          <a:sx n="53" d="100"/>
          <a:sy n="53" d="100"/>
        </p:scale>
        <p:origin x="835" y="72"/>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font" Target="fonts/font14.fntdata"/><Relationship Id="rId26" Type="http://schemas.openxmlformats.org/officeDocument/2006/relationships/font" Target="fonts/font22.fntdata"/><Relationship Id="rId3" Type="http://schemas.openxmlformats.org/officeDocument/2006/relationships/slide" Target="slides/slide1.xml"/><Relationship Id="rId21" Type="http://schemas.openxmlformats.org/officeDocument/2006/relationships/font" Target="fonts/font17.fntdata"/><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font" Target="fonts/font13.fntdata"/><Relationship Id="rId25" Type="http://schemas.openxmlformats.org/officeDocument/2006/relationships/font" Target="fonts/font21.fntdata"/><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font" Target="fonts/font1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font" Target="fonts/font20.fntdata"/><Relationship Id="rId32" Type="http://schemas.microsoft.com/office/2015/10/relationships/revisionInfo" Target="revisionInfo.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font" Target="fonts/font19.fntdata"/><Relationship Id="rId28" Type="http://schemas.openxmlformats.org/officeDocument/2006/relationships/viewProps" Target="viewProps.xml"/><Relationship Id="rId10" Type="http://schemas.openxmlformats.org/officeDocument/2006/relationships/font" Target="fonts/font6.fntdata"/><Relationship Id="rId19" Type="http://schemas.openxmlformats.org/officeDocument/2006/relationships/font" Target="fonts/font15.fntdata"/><Relationship Id="rId31" Type="http://schemas.microsoft.com/office/2016/11/relationships/changesInfo" Target="changesInfos/changesInfo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font" Target="fonts/font18.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ray Turki" userId="fb0f979a1f45c4b9" providerId="LiveId" clId="{8D7F7B21-CDB5-46B0-AADC-C5ED95D5552E}"/>
    <pc:docChg chg="undo redo custSel delSld modSld modMainMaster">
      <pc:chgData name="stray Turki" userId="fb0f979a1f45c4b9" providerId="LiveId" clId="{8D7F7B21-CDB5-46B0-AADC-C5ED95D5552E}" dt="2026-09-01T06:39:20.205" v="2892"/>
      <pc:docMkLst>
        <pc:docMk/>
      </pc:docMkLst>
      <pc:sldChg chg="addSp delSp modSp mod">
        <pc:chgData name="stray Turki" userId="fb0f979a1f45c4b9" providerId="LiveId" clId="{8D7F7B21-CDB5-46B0-AADC-C5ED95D5552E}" dt="2026-09-01T06:39:20.205" v="2892"/>
        <pc:sldMkLst>
          <pc:docMk/>
          <pc:sldMk cId="0" sldId="262"/>
        </pc:sldMkLst>
        <pc:spChg chg="add del mod">
          <ac:chgData name="stray Turki" userId="fb0f979a1f45c4b9" providerId="LiveId" clId="{8D7F7B21-CDB5-46B0-AADC-C5ED95D5552E}" dt="2026-09-01T06:39:18.785" v="2889"/>
          <ac:spMkLst>
            <pc:docMk/>
            <pc:sldMk cId="0" sldId="262"/>
            <ac:spMk id="2" creationId="{3A6B2EC9-70E7-2E13-AF13-50B513161055}"/>
          </ac:spMkLst>
        </pc:spChg>
        <pc:spChg chg="add del mod">
          <ac:chgData name="stray Turki" userId="fb0f979a1f45c4b9" providerId="LiveId" clId="{8D7F7B21-CDB5-46B0-AADC-C5ED95D5552E}" dt="2026-09-01T06:39:20.205" v="2892"/>
          <ac:spMkLst>
            <pc:docMk/>
            <pc:sldMk cId="0" sldId="262"/>
            <ac:spMk id="3" creationId="{62222FBB-18D4-07EA-1BC0-268BC94197A1}"/>
          </ac:spMkLst>
        </pc:spChg>
        <pc:spChg chg="add mod">
          <ac:chgData name="stray Turki" userId="fb0f979a1f45c4b9" providerId="LiveId" clId="{8D7F7B21-CDB5-46B0-AADC-C5ED95D5552E}" dt="2026-08-30T03:23:12.815" v="154" actId="20577"/>
          <ac:spMkLst>
            <pc:docMk/>
            <pc:sldMk cId="0" sldId="262"/>
            <ac:spMk id="4" creationId="{873F903F-8FBB-BBB8-3BA5-68BB9973EBD6}"/>
          </ac:spMkLst>
        </pc:spChg>
        <pc:spChg chg="add mod">
          <ac:chgData name="stray Turki" userId="fb0f979a1f45c4b9" providerId="LiveId" clId="{8D7F7B21-CDB5-46B0-AADC-C5ED95D5552E}" dt="2026-09-01T06:23:02.822" v="1863" actId="20577"/>
          <ac:spMkLst>
            <pc:docMk/>
            <pc:sldMk cId="0" sldId="262"/>
            <ac:spMk id="8" creationId="{50EAEF15-F6E9-F1A0-AD96-4AA0902FCBF5}"/>
          </ac:spMkLst>
        </pc:spChg>
        <pc:spChg chg="add mod">
          <ac:chgData name="stray Turki" userId="fb0f979a1f45c4b9" providerId="LiveId" clId="{8D7F7B21-CDB5-46B0-AADC-C5ED95D5552E}" dt="2026-08-30T03:33:19.828" v="684" actId="14100"/>
          <ac:spMkLst>
            <pc:docMk/>
            <pc:sldMk cId="0" sldId="262"/>
            <ac:spMk id="9" creationId="{BA905591-2009-C0F0-0232-B3B77E96D339}"/>
          </ac:spMkLst>
        </pc:spChg>
        <pc:spChg chg="add mod">
          <ac:chgData name="stray Turki" userId="fb0f979a1f45c4b9" providerId="LiveId" clId="{8D7F7B21-CDB5-46B0-AADC-C5ED95D5552E}" dt="2026-09-01T06:32:22.379" v="2557" actId="20577"/>
          <ac:spMkLst>
            <pc:docMk/>
            <pc:sldMk cId="0" sldId="262"/>
            <ac:spMk id="10" creationId="{C4FC848F-DFC6-1DBA-0948-F06B946161C2}"/>
          </ac:spMkLst>
        </pc:spChg>
        <pc:spChg chg="add mod">
          <ac:chgData name="stray Turki" userId="fb0f979a1f45c4b9" providerId="LiveId" clId="{8D7F7B21-CDB5-46B0-AADC-C5ED95D5552E}" dt="2026-08-30T03:48:25.264" v="1550" actId="20577"/>
          <ac:spMkLst>
            <pc:docMk/>
            <pc:sldMk cId="0" sldId="262"/>
            <ac:spMk id="11" creationId="{DF134B8D-4B3F-2C2E-C910-CA4FF494EEA7}"/>
          </ac:spMkLst>
        </pc:spChg>
        <pc:spChg chg="add mod">
          <ac:chgData name="stray Turki" userId="fb0f979a1f45c4b9" providerId="LiveId" clId="{8D7F7B21-CDB5-46B0-AADC-C5ED95D5552E}" dt="2026-09-01T06:37:17.486" v="2886" actId="20577"/>
          <ac:spMkLst>
            <pc:docMk/>
            <pc:sldMk cId="0" sldId="262"/>
            <ac:spMk id="13" creationId="{8AC16EC6-B106-FB32-169B-E857D81A9EB7}"/>
          </ac:spMkLst>
        </pc:spChg>
        <pc:spChg chg="mod">
          <ac:chgData name="stray Turki" userId="fb0f979a1f45c4b9" providerId="LiveId" clId="{8D7F7B21-CDB5-46B0-AADC-C5ED95D5552E}" dt="2026-09-01T06:17:24.347" v="1615" actId="27636"/>
          <ac:spMkLst>
            <pc:docMk/>
            <pc:sldMk cId="0" sldId="262"/>
            <ac:spMk id="469" creationId="{00000000-0000-0000-0000-000000000000}"/>
          </ac:spMkLst>
        </pc:spChg>
        <pc:spChg chg="mod">
          <ac:chgData name="stray Turki" userId="fb0f979a1f45c4b9" providerId="LiveId" clId="{8D7F7B21-CDB5-46B0-AADC-C5ED95D5552E}" dt="2026-09-01T06:14:07.110" v="1556" actId="20577"/>
          <ac:spMkLst>
            <pc:docMk/>
            <pc:sldMk cId="0" sldId="262"/>
            <ac:spMk id="470" creationId="{00000000-0000-0000-0000-000000000000}"/>
          </ac:spMkLst>
        </pc:spChg>
      </pc:sldChg>
      <pc:sldMasterChg chg="modSldLayout">
        <pc:chgData name="stray Turki" userId="fb0f979a1f45c4b9" providerId="LiveId" clId="{8D7F7B21-CDB5-46B0-AADC-C5ED95D5552E}" dt="2026-08-30T03:10:29.554" v="14" actId="27636"/>
        <pc:sldMasterMkLst>
          <pc:docMk/>
          <pc:sldMasterMk cId="0" sldId="2147483661"/>
        </pc:sldMasterMkLst>
        <pc:sldLayoutChg chg="modSp mod">
          <pc:chgData name="stray Turki" userId="fb0f979a1f45c4b9" providerId="LiveId" clId="{8D7F7B21-CDB5-46B0-AADC-C5ED95D5552E}" dt="2026-08-30T03:10:29.494" v="7" actId="27636"/>
          <pc:sldLayoutMkLst>
            <pc:docMk/>
            <pc:sldMasterMk cId="0" sldId="2147483661"/>
            <pc:sldLayoutMk cId="0" sldId="2147483648"/>
          </pc:sldLayoutMkLst>
          <pc:spChg chg="mod">
            <ac:chgData name="stray Turki" userId="fb0f979a1f45c4b9" providerId="LiveId" clId="{8D7F7B21-CDB5-46B0-AADC-C5ED95D5552E}" dt="2026-08-30T03:10:29.494" v="7" actId="27636"/>
            <ac:spMkLst>
              <pc:docMk/>
              <pc:sldMasterMk cId="0" sldId="2147483661"/>
              <pc:sldLayoutMk cId="0" sldId="2147483648"/>
              <ac:spMk id="64" creationId="{00000000-0000-0000-0000-000000000000}"/>
            </ac:spMkLst>
          </pc:spChg>
        </pc:sldLayoutChg>
        <pc:sldLayoutChg chg="modSp mod">
          <pc:chgData name="stray Turki" userId="fb0f979a1f45c4b9" providerId="LiveId" clId="{8D7F7B21-CDB5-46B0-AADC-C5ED95D5552E}" dt="2026-08-30T03:10:29.524" v="11" actId="27636"/>
          <pc:sldLayoutMkLst>
            <pc:docMk/>
            <pc:sldMasterMk cId="0" sldId="2147483661"/>
            <pc:sldLayoutMk cId="0" sldId="2147483649"/>
          </pc:sldLayoutMkLst>
          <pc:spChg chg="mod">
            <ac:chgData name="stray Turki" userId="fb0f979a1f45c4b9" providerId="LiveId" clId="{8D7F7B21-CDB5-46B0-AADC-C5ED95D5552E}" dt="2026-08-30T03:10:29.524" v="11" actId="27636"/>
            <ac:spMkLst>
              <pc:docMk/>
              <pc:sldMasterMk cId="0" sldId="2147483661"/>
              <pc:sldLayoutMk cId="0" sldId="2147483649"/>
              <ac:spMk id="80" creationId="{00000000-0000-0000-0000-000000000000}"/>
            </ac:spMkLst>
          </pc:spChg>
          <pc:spChg chg="mod">
            <ac:chgData name="stray Turki" userId="fb0f979a1f45c4b9" providerId="LiveId" clId="{8D7F7B21-CDB5-46B0-AADC-C5ED95D5552E}" dt="2026-08-30T03:10:29.517" v="9" actId="27636"/>
            <ac:spMkLst>
              <pc:docMk/>
              <pc:sldMasterMk cId="0" sldId="2147483661"/>
              <pc:sldLayoutMk cId="0" sldId="2147483649"/>
              <ac:spMk id="107" creationId="{00000000-0000-0000-0000-000000000000}"/>
            </ac:spMkLst>
          </pc:spChg>
          <pc:spChg chg="mod">
            <ac:chgData name="stray Turki" userId="fb0f979a1f45c4b9" providerId="LiveId" clId="{8D7F7B21-CDB5-46B0-AADC-C5ED95D5552E}" dt="2026-08-30T03:10:29.521" v="10" actId="27636"/>
            <ac:spMkLst>
              <pc:docMk/>
              <pc:sldMasterMk cId="0" sldId="2147483661"/>
              <pc:sldLayoutMk cId="0" sldId="2147483649"/>
              <ac:spMk id="115" creationId="{00000000-0000-0000-0000-000000000000}"/>
            </ac:spMkLst>
          </pc:spChg>
          <pc:spChg chg="mod">
            <ac:chgData name="stray Turki" userId="fb0f979a1f45c4b9" providerId="LiveId" clId="{8D7F7B21-CDB5-46B0-AADC-C5ED95D5552E}" dt="2026-08-30T03:10:29.512" v="8" actId="27636"/>
            <ac:spMkLst>
              <pc:docMk/>
              <pc:sldMasterMk cId="0" sldId="2147483661"/>
              <pc:sldLayoutMk cId="0" sldId="2147483649"/>
              <ac:spMk id="116" creationId="{00000000-0000-0000-0000-000000000000}"/>
            </ac:spMkLst>
          </pc:spChg>
        </pc:sldLayoutChg>
        <pc:sldLayoutChg chg="modSp mod">
          <pc:chgData name="stray Turki" userId="fb0f979a1f45c4b9" providerId="LiveId" clId="{8D7F7B21-CDB5-46B0-AADC-C5ED95D5552E}" dt="2026-08-30T03:10:29.542" v="13" actId="27636"/>
          <pc:sldLayoutMkLst>
            <pc:docMk/>
            <pc:sldMasterMk cId="0" sldId="2147483661"/>
            <pc:sldLayoutMk cId="0" sldId="2147483650"/>
          </pc:sldLayoutMkLst>
          <pc:spChg chg="mod">
            <ac:chgData name="stray Turki" userId="fb0f979a1f45c4b9" providerId="LiveId" clId="{8D7F7B21-CDB5-46B0-AADC-C5ED95D5552E}" dt="2026-08-30T03:10:29.542" v="13" actId="27636"/>
            <ac:spMkLst>
              <pc:docMk/>
              <pc:sldMasterMk cId="0" sldId="2147483661"/>
              <pc:sldLayoutMk cId="0" sldId="2147483650"/>
              <ac:spMk id="153" creationId="{00000000-0000-0000-0000-000000000000}"/>
            </ac:spMkLst>
          </pc:spChg>
          <pc:spChg chg="mod">
            <ac:chgData name="stray Turki" userId="fb0f979a1f45c4b9" providerId="LiveId" clId="{8D7F7B21-CDB5-46B0-AADC-C5ED95D5552E}" dt="2026-08-30T03:10:29.537" v="12" actId="27636"/>
            <ac:spMkLst>
              <pc:docMk/>
              <pc:sldMasterMk cId="0" sldId="2147483661"/>
              <pc:sldLayoutMk cId="0" sldId="2147483650"/>
              <ac:spMk id="157" creationId="{00000000-0000-0000-0000-000000000000}"/>
            </ac:spMkLst>
          </pc:spChg>
        </pc:sldLayoutChg>
        <pc:sldLayoutChg chg="modSp mod">
          <pc:chgData name="stray Turki" userId="fb0f979a1f45c4b9" providerId="LiveId" clId="{8D7F7B21-CDB5-46B0-AADC-C5ED95D5552E}" dt="2026-08-30T03:10:29.554" v="14" actId="27636"/>
          <pc:sldLayoutMkLst>
            <pc:docMk/>
            <pc:sldMasterMk cId="0" sldId="2147483661"/>
            <pc:sldLayoutMk cId="0" sldId="2147483651"/>
          </pc:sldLayoutMkLst>
          <pc:spChg chg="mod">
            <ac:chgData name="stray Turki" userId="fb0f979a1f45c4b9" providerId="LiveId" clId="{8D7F7B21-CDB5-46B0-AADC-C5ED95D5552E}" dt="2026-08-30T03:10:29.554" v="14" actId="27636"/>
            <ac:spMkLst>
              <pc:docMk/>
              <pc:sldMasterMk cId="0" sldId="2147483661"/>
              <pc:sldLayoutMk cId="0" sldId="2147483651"/>
              <ac:spMk id="184" creationId="{00000000-0000-0000-0000-000000000000}"/>
            </ac:spMkLst>
          </pc:spChg>
        </pc:sldLayoutChg>
      </pc:sldMasterChg>
      <pc:sldMasterChg chg="delSldLayout">
        <pc:chgData name="stray Turki" userId="fb0f979a1f45c4b9" providerId="LiveId" clId="{8D7F7B21-CDB5-46B0-AADC-C5ED95D5552E}" dt="2026-08-30T03:08:46.276" v="5" actId="2696"/>
        <pc:sldMasterMkLst>
          <pc:docMk/>
          <pc:sldMasterMk cId="0" sldId="2147483662"/>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1e3a6309cc6_3_34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1e3a6309cc6_3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7" name="Google Shape;67;p3"/>
          <p:cNvCxnSpPr>
            <a:stCxn id="68"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69" name="Google Shape;69;p3"/>
          <p:cNvGrpSpPr/>
          <p:nvPr/>
        </p:nvGrpSpPr>
        <p:grpSpPr>
          <a:xfrm>
            <a:off x="190345" y="900758"/>
            <a:ext cx="7581747" cy="5906"/>
            <a:chOff x="1890075" y="5241175"/>
            <a:chExt cx="4240556" cy="257700"/>
          </a:xfrm>
        </p:grpSpPr>
        <p:sp>
          <p:nvSpPr>
            <p:cNvPr id="68" name="Google Shape;6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90350" y="7617450"/>
            <a:ext cx="7581600" cy="22641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3"/>
          <p:cNvCxnSpPr/>
          <p:nvPr/>
        </p:nvCxnSpPr>
        <p:spPr>
          <a:xfrm flipH="1">
            <a:off x="3028995" y="901911"/>
            <a:ext cx="20400" cy="8834400"/>
          </a:xfrm>
          <a:prstGeom prst="straightConnector1">
            <a:avLst/>
          </a:prstGeom>
          <a:noFill/>
          <a:ln w="9525" cap="flat" cmpd="sng">
            <a:solidFill>
              <a:srgbClr val="CCCCCC"/>
            </a:solidFill>
            <a:prstDash val="solid"/>
            <a:round/>
            <a:headEnd type="none" w="med" len="med"/>
            <a:tailEnd type="none" w="med" len="med"/>
          </a:ln>
        </p:spPr>
      </p:cxnSp>
      <p:cxnSp>
        <p:nvCxnSpPr>
          <p:cNvPr id="83" name="Google Shape;83;p3"/>
          <p:cNvCxnSpPr>
            <a:stCxn id="84" idx="0"/>
          </p:cNvCxnSpPr>
          <p:nvPr/>
        </p:nvCxnSpPr>
        <p:spPr>
          <a:xfrm flipH="1">
            <a:off x="172020" y="903608"/>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85" name="Google Shape;85;p3"/>
          <p:cNvGrpSpPr/>
          <p:nvPr/>
        </p:nvGrpSpPr>
        <p:grpSpPr>
          <a:xfrm>
            <a:off x="190320" y="900657"/>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7" name="Google Shape;8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8" name="Google Shape;8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9" name="Google Shape;89;p3"/>
          <p:cNvGrpSpPr/>
          <p:nvPr/>
        </p:nvGrpSpPr>
        <p:grpSpPr>
          <a:xfrm>
            <a:off x="190320" y="931759"/>
            <a:ext cx="7581691" cy="5901"/>
            <a:chOff x="1890075" y="5241175"/>
            <a:chExt cx="4240556" cy="257700"/>
          </a:xfrm>
        </p:grpSpPr>
        <p:sp>
          <p:nvSpPr>
            <p:cNvPr id="90" name="Google Shape;9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1" name="Google Shape;9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2" name="Google Shape;9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3" name="Google Shape;9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4" name="Google Shape;9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5" name="Google Shape;95;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6" name="Google Shape;96;p3"/>
          <p:cNvGrpSpPr/>
          <p:nvPr/>
        </p:nvGrpSpPr>
        <p:grpSpPr>
          <a:xfrm>
            <a:off x="172024" y="1040825"/>
            <a:ext cx="137818" cy="187200"/>
            <a:chOff x="507100" y="1997600"/>
            <a:chExt cx="158375" cy="187200"/>
          </a:xfrm>
        </p:grpSpPr>
        <p:sp>
          <p:nvSpPr>
            <p:cNvPr id="97" name="Google Shape;97;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07100" y="2017025"/>
              <a:ext cx="135900" cy="146700"/>
            </a:xfrm>
            <a:prstGeom prst="chevron">
              <a:avLst>
                <a:gd name="adj" fmla="val 50000"/>
              </a:avLst>
            </a:prstGeom>
            <a:solidFill>
              <a:srgbClr val="0000FF"/>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 name="Google Shape;99;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100" name="Google Shape;100;p3"/>
          <p:cNvGrpSpPr/>
          <p:nvPr/>
        </p:nvGrpSpPr>
        <p:grpSpPr>
          <a:xfrm>
            <a:off x="190349" y="2907725"/>
            <a:ext cx="137818" cy="187200"/>
            <a:chOff x="507100" y="1540400"/>
            <a:chExt cx="158375" cy="187200"/>
          </a:xfrm>
        </p:grpSpPr>
        <p:sp>
          <p:nvSpPr>
            <p:cNvPr id="101" name="Google Shape;101;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07100" y="1559825"/>
              <a:ext cx="135900" cy="146700"/>
            </a:xfrm>
            <a:prstGeom prst="chevron">
              <a:avLst>
                <a:gd name="adj" fmla="val 50000"/>
              </a:avLst>
            </a:prstGeom>
            <a:solidFill>
              <a:srgbClr val="FF00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4" name="Google Shape;104;p3"/>
          <p:cNvGrpSpPr/>
          <p:nvPr/>
        </p:nvGrpSpPr>
        <p:grpSpPr>
          <a:xfrm>
            <a:off x="172024" y="5506200"/>
            <a:ext cx="137818" cy="187200"/>
            <a:chOff x="507100" y="1997600"/>
            <a:chExt cx="158375" cy="187200"/>
          </a:xfrm>
        </p:grpSpPr>
        <p:sp>
          <p:nvSpPr>
            <p:cNvPr id="105" name="Google Shape;105;p3"/>
            <p:cNvSpPr/>
            <p:nvPr/>
          </p:nvSpPr>
          <p:spPr>
            <a:xfrm>
              <a:off x="529575" y="1997600"/>
              <a:ext cx="135900" cy="187200"/>
            </a:xfrm>
            <a:prstGeom prst="chevron">
              <a:avLst>
                <a:gd name="adj" fmla="val 50000"/>
              </a:avLst>
            </a:prstGeom>
            <a:solidFill>
              <a:srgbClr val="FFFF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507100" y="2017025"/>
              <a:ext cx="135900" cy="146700"/>
            </a:xfrm>
            <a:prstGeom prst="chevron">
              <a:avLst>
                <a:gd name="adj" fmla="val 50000"/>
              </a:avLst>
            </a:prstGeom>
            <a:solidFill>
              <a:srgbClr val="FFFF00"/>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8" name="Google Shape;108;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9" name="Google Shape;109;p3"/>
          <p:cNvGrpSpPr/>
          <p:nvPr/>
        </p:nvGrpSpPr>
        <p:grpSpPr>
          <a:xfrm>
            <a:off x="172024" y="7607808"/>
            <a:ext cx="137818" cy="187200"/>
            <a:chOff x="507100" y="1997600"/>
            <a:chExt cx="158375" cy="187200"/>
          </a:xfrm>
        </p:grpSpPr>
        <p:sp>
          <p:nvSpPr>
            <p:cNvPr id="110" name="Google Shape;110;p3"/>
            <p:cNvSpPr/>
            <p:nvPr/>
          </p:nvSpPr>
          <p:spPr>
            <a:xfrm>
              <a:off x="529575" y="1997600"/>
              <a:ext cx="135900" cy="187200"/>
            </a:xfrm>
            <a:prstGeom prst="chevron">
              <a:avLst>
                <a:gd name="adj" fmla="val 50000"/>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507100" y="2017025"/>
              <a:ext cx="135900" cy="146700"/>
            </a:xfrm>
            <a:prstGeom prst="chevron">
              <a:avLst>
                <a:gd name="adj" fmla="val 50000"/>
              </a:avLst>
            </a:prstGeom>
            <a:solidFill>
              <a:srgbClr val="38761D"/>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2" name="Google Shape;112;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3" name="Google Shape;113;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4" name="Google Shape;114;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15" name="Google Shape;115;p3"/>
          <p:cNvSpPr txBox="1"/>
          <p:nvPr/>
        </p:nvSpPr>
        <p:spPr>
          <a:xfrm>
            <a:off x="3483688" y="403875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
        <p:nvSpPr>
          <p:cNvPr id="116" name="Google Shape;116;p3"/>
          <p:cNvSpPr txBox="1"/>
          <p:nvPr/>
        </p:nvSpPr>
        <p:spPr>
          <a:xfrm>
            <a:off x="3986375" y="71865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7"/>
        <p:cNvGrpSpPr/>
        <p:nvPr/>
      </p:nvGrpSpPr>
      <p:grpSpPr>
        <a:xfrm>
          <a:off x="0" y="0"/>
          <a:ext cx="0" cy="0"/>
          <a:chOff x="0" y="0"/>
          <a:chExt cx="0" cy="0"/>
        </a:xfrm>
      </p:grpSpPr>
      <p:cxnSp>
        <p:nvCxnSpPr>
          <p:cNvPr id="118" name="Google Shape;118;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9" name="Google Shape;119;p4"/>
          <p:cNvGrpSpPr/>
          <p:nvPr/>
        </p:nvGrpSpPr>
        <p:grpSpPr>
          <a:xfrm>
            <a:off x="404725" y="1300475"/>
            <a:ext cx="6908400" cy="72025"/>
            <a:chOff x="404725" y="1681475"/>
            <a:chExt cx="6908400" cy="72025"/>
          </a:xfrm>
        </p:grpSpPr>
        <p:cxnSp>
          <p:nvCxnSpPr>
            <p:cNvPr id="120" name="Google Shape;120;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21" name="Google Shape;121;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22" name="Google Shape;122;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23" name="Google Shape;123;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24" name="Google Shape;124;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5" name="Google Shape;125;p4"/>
          <p:cNvGrpSpPr/>
          <p:nvPr/>
        </p:nvGrpSpPr>
        <p:grpSpPr>
          <a:xfrm>
            <a:off x="417975" y="1504250"/>
            <a:ext cx="2357775" cy="410125"/>
            <a:chOff x="417975" y="1885250"/>
            <a:chExt cx="2357775" cy="410125"/>
          </a:xfrm>
        </p:grpSpPr>
        <p:sp>
          <p:nvSpPr>
            <p:cNvPr id="126" name="Google Shape;126;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417975" y="3276600"/>
            <a:ext cx="2357775" cy="410125"/>
            <a:chOff x="265575" y="3352800"/>
            <a:chExt cx="2357775" cy="410125"/>
          </a:xfrm>
        </p:grpSpPr>
        <p:sp>
          <p:nvSpPr>
            <p:cNvPr id="131" name="Google Shape;131;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3872044" y="3276600"/>
            <a:ext cx="2747987" cy="410125"/>
            <a:chOff x="3567313" y="3200400"/>
            <a:chExt cx="2357775" cy="410125"/>
          </a:xfrm>
        </p:grpSpPr>
        <p:sp>
          <p:nvSpPr>
            <p:cNvPr id="136" name="Google Shape;136;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 name="Google Shape;140;p4"/>
          <p:cNvGrpSpPr/>
          <p:nvPr/>
        </p:nvGrpSpPr>
        <p:grpSpPr>
          <a:xfrm>
            <a:off x="417963" y="6597750"/>
            <a:ext cx="2357775" cy="410125"/>
            <a:chOff x="-39237" y="6140550"/>
            <a:chExt cx="2357775" cy="410125"/>
          </a:xfrm>
        </p:grpSpPr>
        <p:sp>
          <p:nvSpPr>
            <p:cNvPr id="141" name="Google Shape;141;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 name="Google Shape;145;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6" name="Google Shape;146;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7" name="Google Shape;147;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8" name="Google Shape;148;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9" name="Google Shape;149;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0" name="Google Shape;150;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1" name="Google Shape;151;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2" name="Google Shape;152;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53" name="Google Shape;153;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54" name="Google Shape;154;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5" name="Google Shape;155;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6" name="Google Shape;156;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7" name="Google Shape;157;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8"/>
        <p:cNvGrpSpPr/>
        <p:nvPr/>
      </p:nvGrpSpPr>
      <p:grpSpPr>
        <a:xfrm>
          <a:off x="0" y="0"/>
          <a:ext cx="0" cy="0"/>
          <a:chOff x="0" y="0"/>
          <a:chExt cx="0" cy="0"/>
        </a:xfrm>
      </p:grpSpPr>
      <p:sp>
        <p:nvSpPr>
          <p:cNvPr id="159" name="Google Shape;159;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60" name="Google Shape;160;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61" name="Google Shape;161;p5"/>
          <p:cNvGrpSpPr/>
          <p:nvPr/>
        </p:nvGrpSpPr>
        <p:grpSpPr>
          <a:xfrm>
            <a:off x="95351" y="1392509"/>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6" name="Google Shape;166;p5"/>
          <p:cNvGrpSpPr/>
          <p:nvPr/>
        </p:nvGrpSpPr>
        <p:grpSpPr>
          <a:xfrm>
            <a:off x="95351" y="4542984"/>
            <a:ext cx="7581691" cy="5901"/>
            <a:chOff x="1890075" y="5241175"/>
            <a:chExt cx="4240556" cy="257700"/>
          </a:xfrm>
        </p:grpSpPr>
        <p:sp>
          <p:nvSpPr>
            <p:cNvPr id="167" name="Google Shape;16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8" name="Google Shape;16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1" name="Google Shape;171;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72" name="Google Shape;172;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73" name="Google Shape;173;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74" name="Google Shape;174;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5" name="Google Shape;175;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6" name="Google Shape;176;p5"/>
          <p:cNvGrpSpPr/>
          <p:nvPr/>
        </p:nvGrpSpPr>
        <p:grpSpPr>
          <a:xfrm>
            <a:off x="95351" y="8200359"/>
            <a:ext cx="7581691" cy="5901"/>
            <a:chOff x="1890075" y="5241175"/>
            <a:chExt cx="4240556" cy="257700"/>
          </a:xfrm>
        </p:grpSpPr>
        <p:sp>
          <p:nvSpPr>
            <p:cNvPr id="177" name="Google Shape;17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8" name="Google Shape;17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9" name="Google Shape;17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0" name="Google Shape;18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81" name="Google Shape;181;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82" name="Google Shape;182;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83" name="Google Shape;183;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84" name="Google Shape;184;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85"/>
        <p:cNvGrpSpPr/>
        <p:nvPr/>
      </p:nvGrpSpPr>
      <p:grpSpPr>
        <a:xfrm>
          <a:off x="0" y="0"/>
          <a:ext cx="0" cy="0"/>
          <a:chOff x="0" y="0"/>
          <a:chExt cx="0" cy="0"/>
        </a:xfrm>
      </p:grpSpPr>
      <p:sp>
        <p:nvSpPr>
          <p:cNvPr id="186" name="Google Shape;186;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87" name="Google Shape;187;p6"/>
          <p:cNvGrpSpPr/>
          <p:nvPr/>
        </p:nvGrpSpPr>
        <p:grpSpPr>
          <a:xfrm>
            <a:off x="-16250" y="9048087"/>
            <a:ext cx="7804900" cy="1072407"/>
            <a:chOff x="-19118" y="4617750"/>
            <a:chExt cx="9182236" cy="548378"/>
          </a:xfrm>
        </p:grpSpPr>
        <p:sp>
          <p:nvSpPr>
            <p:cNvPr id="188" name="Google Shape;188;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9" name="Google Shape;189;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9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 6">
  <p:cSld name="CUSTOM_2_2">
    <p:spTree>
      <p:nvGrpSpPr>
        <p:cNvPr id="1" name="Shape 387"/>
        <p:cNvGrpSpPr/>
        <p:nvPr/>
      </p:nvGrpSpPr>
      <p:grpSpPr>
        <a:xfrm>
          <a:off x="0" y="0"/>
          <a:ext cx="0" cy="0"/>
          <a:chOff x="0" y="0"/>
          <a:chExt cx="0" cy="0"/>
        </a:xfrm>
      </p:grpSpPr>
      <p:sp>
        <p:nvSpPr>
          <p:cNvPr id="388" name="Google Shape;388;p1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389" name="Google Shape;389;p1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grpSp>
        <p:nvGrpSpPr>
          <p:cNvPr id="390" name="Google Shape;390;p15"/>
          <p:cNvGrpSpPr/>
          <p:nvPr/>
        </p:nvGrpSpPr>
        <p:grpSpPr>
          <a:xfrm>
            <a:off x="95351" y="1392509"/>
            <a:ext cx="7581691" cy="5901"/>
            <a:chOff x="1890075" y="5241175"/>
            <a:chExt cx="4240556" cy="257700"/>
          </a:xfrm>
        </p:grpSpPr>
        <p:sp>
          <p:nvSpPr>
            <p:cNvPr id="391" name="Google Shape;391;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2" name="Google Shape;392;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3" name="Google Shape;393;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4" name="Google Shape;394;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95" name="Google Shape;395;p15"/>
          <p:cNvGrpSpPr/>
          <p:nvPr/>
        </p:nvGrpSpPr>
        <p:grpSpPr>
          <a:xfrm>
            <a:off x="95351" y="4542984"/>
            <a:ext cx="7581691" cy="5901"/>
            <a:chOff x="1890075" y="5241175"/>
            <a:chExt cx="4240556" cy="257700"/>
          </a:xfrm>
        </p:grpSpPr>
        <p:sp>
          <p:nvSpPr>
            <p:cNvPr id="396" name="Google Shape;396;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7" name="Google Shape;397;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8" name="Google Shape;398;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99" name="Google Shape;399;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400" name="Google Shape;400;p1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401" name="Google Shape;401;p15"/>
          <p:cNvSpPr/>
          <p:nvPr/>
        </p:nvSpPr>
        <p:spPr>
          <a:xfrm>
            <a:off x="432000" y="31534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Objective</a:t>
            </a:r>
            <a:endParaRPr b="1">
              <a:solidFill>
                <a:schemeClr val="dk1"/>
              </a:solidFill>
              <a:latin typeface="Google Sans"/>
              <a:ea typeface="Google Sans"/>
              <a:cs typeface="Google Sans"/>
              <a:sym typeface="Google Sans"/>
            </a:endParaRPr>
          </a:p>
        </p:txBody>
      </p:sp>
      <p:sp>
        <p:nvSpPr>
          <p:cNvPr id="402" name="Google Shape;402;p15"/>
          <p:cNvSpPr/>
          <p:nvPr/>
        </p:nvSpPr>
        <p:spPr>
          <a:xfrm>
            <a:off x="432000" y="4904796"/>
            <a:ext cx="1598400" cy="2850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Results </a:t>
            </a:r>
            <a:endParaRPr b="1">
              <a:solidFill>
                <a:schemeClr val="dk1"/>
              </a:solidFill>
              <a:latin typeface="Google Sans"/>
              <a:ea typeface="Google Sans"/>
              <a:cs typeface="Google Sans"/>
              <a:sym typeface="Google Sans"/>
            </a:endParaRPr>
          </a:p>
        </p:txBody>
      </p:sp>
      <p:sp>
        <p:nvSpPr>
          <p:cNvPr id="403" name="Google Shape;403;p15"/>
          <p:cNvSpPr/>
          <p:nvPr/>
        </p:nvSpPr>
        <p:spPr>
          <a:xfrm>
            <a:off x="432000" y="8144170"/>
            <a:ext cx="1598400" cy="2691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404" name="Google Shape;404;p15"/>
          <p:cNvGrpSpPr/>
          <p:nvPr/>
        </p:nvGrpSpPr>
        <p:grpSpPr>
          <a:xfrm>
            <a:off x="95351" y="7971759"/>
            <a:ext cx="7581691" cy="5901"/>
            <a:chOff x="1890075" y="5241175"/>
            <a:chExt cx="4240556" cy="257700"/>
          </a:xfrm>
        </p:grpSpPr>
        <p:sp>
          <p:nvSpPr>
            <p:cNvPr id="405" name="Google Shape;405;p1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6" name="Google Shape;406;p1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7" name="Google Shape;407;p1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08" name="Google Shape;408;p1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409" name="Google Shape;409;p15"/>
          <p:cNvSpPr>
            <a:spLocks noGrp="1"/>
          </p:cNvSpPr>
          <p:nvPr>
            <p:ph type="pic" idx="2"/>
          </p:nvPr>
        </p:nvSpPr>
        <p:spPr>
          <a:xfrm>
            <a:off x="4467025" y="5862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91"/>
        <p:cNvGrpSpPr/>
        <p:nvPr/>
      </p:nvGrpSpPr>
      <p:grpSpPr>
        <a:xfrm>
          <a:off x="0" y="0"/>
          <a:ext cx="0" cy="0"/>
          <a:chOff x="0" y="0"/>
          <a:chExt cx="0" cy="0"/>
        </a:xfrm>
      </p:grpSpPr>
      <p:sp>
        <p:nvSpPr>
          <p:cNvPr id="192" name="Google Shape;192;p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193" name="Google Shape;193;p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194" name="Google Shape;194;p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195" name="Google Shape;195;p8"/>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grpSp>
        <p:nvGrpSpPr>
          <p:cNvPr id="468" name="Google Shape;468;p22"/>
          <p:cNvGrpSpPr/>
          <p:nvPr/>
        </p:nvGrpSpPr>
        <p:grpSpPr>
          <a:xfrm>
            <a:off x="188700" y="264925"/>
            <a:ext cx="6292500" cy="1171500"/>
            <a:chOff x="188700" y="264925"/>
            <a:chExt cx="6292500" cy="1171500"/>
          </a:xfrm>
        </p:grpSpPr>
        <p:sp>
          <p:nvSpPr>
            <p:cNvPr id="469" name="Google Shape;469;p22"/>
            <p:cNvSpPr txBox="1"/>
            <p:nvPr/>
          </p:nvSpPr>
          <p:spPr>
            <a:xfrm>
              <a:off x="1088571" y="264925"/>
              <a:ext cx="5392629" cy="504332"/>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fontScale="55000" lnSpcReduction="20000"/>
            </a:bodyPr>
            <a:lstStyle/>
            <a:p>
              <a:pPr lvl="0" algn="ctr"/>
              <a:r>
                <a:rPr lang="en-US" sz="2900" dirty="0"/>
                <a:t>TikTok Claims Classification Preparation Data Summary</a:t>
              </a:r>
            </a:p>
            <a:p>
              <a:pPr lvl="0" algn="ctr"/>
              <a:r>
                <a:rPr lang="en-US" sz="1600" dirty="0"/>
                <a:t> </a:t>
              </a:r>
              <a:endParaRPr sz="1600" dirty="0">
                <a:solidFill>
                  <a:srgbClr val="000000"/>
                </a:solidFill>
                <a:latin typeface="Google Sans SemiBold"/>
                <a:ea typeface="Google Sans SemiBold"/>
                <a:cs typeface="Google Sans SemiBold"/>
                <a:sym typeface="Google Sans SemiBold"/>
              </a:endParaRPr>
            </a:p>
          </p:txBody>
        </p:sp>
        <p:sp>
          <p:nvSpPr>
            <p:cNvPr id="470" name="Google Shape;470;p22"/>
            <p:cNvSpPr txBox="1"/>
            <p:nvPr/>
          </p:nvSpPr>
          <p:spPr>
            <a:xfrm>
              <a:off x="188700" y="1036225"/>
              <a:ext cx="35169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r>
                <a:rPr lang="en-US" dirty="0">
                  <a:latin typeface="Roboto"/>
                  <a:ea typeface="Roboto"/>
                  <a:cs typeface="Roboto"/>
                  <a:sym typeface="Roboto"/>
                </a:rPr>
                <a:t>B</a:t>
              </a:r>
              <a:r>
                <a:rPr lang="en" dirty="0">
                  <a:latin typeface="Roboto"/>
                  <a:ea typeface="Roboto"/>
                  <a:cs typeface="Roboto"/>
                  <a:sym typeface="Roboto"/>
                </a:rPr>
                <a:t>y </a:t>
              </a:r>
              <a:r>
                <a:rPr lang="en" b="1" dirty="0">
                  <a:latin typeface="Roboto"/>
                  <a:ea typeface="Roboto"/>
                  <a:cs typeface="Roboto"/>
                  <a:sym typeface="Roboto"/>
                </a:rPr>
                <a:t>TikTok</a:t>
              </a:r>
              <a:endParaRPr b="1" dirty="0">
                <a:solidFill>
                  <a:srgbClr val="000000"/>
                </a:solidFill>
                <a:latin typeface="Roboto"/>
                <a:ea typeface="Roboto"/>
                <a:cs typeface="Roboto"/>
                <a:sym typeface="Roboto"/>
              </a:endParaRPr>
            </a:p>
          </p:txBody>
        </p:sp>
      </p:grpSp>
      <p:sp>
        <p:nvSpPr>
          <p:cNvPr id="4" name="Google Shape;469;p22">
            <a:extLst>
              <a:ext uri="{FF2B5EF4-FFF2-40B4-BE49-F238E27FC236}">
                <a16:creationId xmlns:a16="http://schemas.microsoft.com/office/drawing/2014/main" id="{873F903F-8FBB-BBB8-3BA5-68BB9973EBD6}"/>
              </a:ext>
            </a:extLst>
          </p:cNvPr>
          <p:cNvSpPr txBox="1"/>
          <p:nvPr/>
        </p:nvSpPr>
        <p:spPr>
          <a:xfrm>
            <a:off x="1291200" y="555455"/>
            <a:ext cx="5190000" cy="504332"/>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fontScale="70000" lnSpcReduction="20000"/>
          </a:bodyPr>
          <a:lstStyle/>
          <a:p>
            <a:pPr lvl="0" algn="ctr"/>
            <a:r>
              <a:rPr lang="en-US" sz="2100" dirty="0"/>
              <a:t>Executive Summary</a:t>
            </a:r>
          </a:p>
          <a:p>
            <a:pPr lvl="0" algn="ctr"/>
            <a:r>
              <a:rPr lang="en-US" sz="1600" dirty="0"/>
              <a:t> </a:t>
            </a:r>
            <a:endParaRPr sz="1600" dirty="0">
              <a:solidFill>
                <a:srgbClr val="000000"/>
              </a:solidFill>
              <a:latin typeface="Google Sans SemiBold"/>
              <a:ea typeface="Google Sans SemiBold"/>
              <a:cs typeface="Google Sans SemiBold"/>
              <a:sym typeface="Google Sans SemiBold"/>
            </a:endParaRPr>
          </a:p>
        </p:txBody>
      </p:sp>
      <p:sp>
        <p:nvSpPr>
          <p:cNvPr id="8" name="TextBox 7">
            <a:extLst>
              <a:ext uri="{FF2B5EF4-FFF2-40B4-BE49-F238E27FC236}">
                <a16:creationId xmlns:a16="http://schemas.microsoft.com/office/drawing/2014/main" id="{50EAEF15-F6E9-F1A0-AD96-4AA0902FCBF5}"/>
              </a:ext>
            </a:extLst>
          </p:cNvPr>
          <p:cNvSpPr txBox="1"/>
          <p:nvPr/>
        </p:nvSpPr>
        <p:spPr>
          <a:xfrm>
            <a:off x="456842" y="2075528"/>
            <a:ext cx="6930929" cy="954107"/>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This project performed a preparation inspection of TikTok by building a </a:t>
            </a:r>
            <a:r>
              <a:rPr lang="en-US" b="1" dirty="0" err="1">
                <a:latin typeface="Arial" panose="020B0604020202020204" pitchFamily="34" charset="0"/>
                <a:cs typeface="Arial" panose="020B0604020202020204" pitchFamily="34" charset="0"/>
              </a:rPr>
              <a:t>dataframe</a:t>
            </a:r>
            <a:r>
              <a:rPr lang="en-US" b="1" dirty="0">
                <a:latin typeface="Arial" panose="020B0604020202020204" pitchFamily="34" charset="0"/>
                <a:cs typeface="Arial" panose="020B0604020202020204" pitchFamily="34" charset="0"/>
              </a:rPr>
              <a:t> for the claims classification data. Organizing the claims data for the process of exploratory data analysis, and update the team on the progress and insights.</a:t>
            </a:r>
          </a:p>
        </p:txBody>
      </p:sp>
      <p:sp>
        <p:nvSpPr>
          <p:cNvPr id="9" name="TextBox 8">
            <a:extLst>
              <a:ext uri="{FF2B5EF4-FFF2-40B4-BE49-F238E27FC236}">
                <a16:creationId xmlns:a16="http://schemas.microsoft.com/office/drawing/2014/main" id="{BA905591-2009-C0F0-0232-B3B77E96D339}"/>
              </a:ext>
            </a:extLst>
          </p:cNvPr>
          <p:cNvSpPr txBox="1"/>
          <p:nvPr/>
        </p:nvSpPr>
        <p:spPr>
          <a:xfrm>
            <a:off x="456842" y="3584567"/>
            <a:ext cx="6930929" cy="954107"/>
          </a:xfrm>
          <a:prstGeom prst="rect">
            <a:avLst/>
          </a:prstGeom>
          <a:noFill/>
        </p:spPr>
        <p:txBody>
          <a:bodyPr wrap="square" rtlCol="0">
            <a:spAutoFit/>
          </a:bodyPr>
          <a:lstStyle/>
          <a:p>
            <a:r>
              <a:rPr lang="en-US" b="1" dirty="0"/>
              <a:t>The objective to check each column to understand what each mean and represents, and then prepare the data by loading the data then check the structure and the shape, then check the </a:t>
            </a:r>
            <a:r>
              <a:rPr lang="en-US" b="1" dirty="0" err="1"/>
              <a:t>dtype</a:t>
            </a:r>
            <a:r>
              <a:rPr lang="en-US" b="1" dirty="0"/>
              <a:t>, look for null values, duplicates and outliers.</a:t>
            </a:r>
          </a:p>
        </p:txBody>
      </p:sp>
      <p:sp>
        <p:nvSpPr>
          <p:cNvPr id="10" name="TextBox 9">
            <a:extLst>
              <a:ext uri="{FF2B5EF4-FFF2-40B4-BE49-F238E27FC236}">
                <a16:creationId xmlns:a16="http://schemas.microsoft.com/office/drawing/2014/main" id="{C4FC848F-DFC6-1DBA-0948-F06B946161C2}"/>
              </a:ext>
            </a:extLst>
          </p:cNvPr>
          <p:cNvSpPr txBox="1"/>
          <p:nvPr/>
        </p:nvSpPr>
        <p:spPr>
          <a:xfrm>
            <a:off x="456842" y="5316770"/>
            <a:ext cx="3578129" cy="2462213"/>
          </a:xfrm>
          <a:prstGeom prst="rect">
            <a:avLst/>
          </a:prstGeom>
          <a:noFill/>
        </p:spPr>
        <p:txBody>
          <a:bodyPr wrap="square" rtlCol="0">
            <a:spAutoFit/>
          </a:bodyPr>
          <a:lstStyle/>
          <a:p>
            <a:pPr marL="285750" indent="-285750">
              <a:buFont typeface="Arial" panose="020B0604020202020204" pitchFamily="34" charset="0"/>
              <a:buChar char="•"/>
            </a:pPr>
            <a:r>
              <a:rPr lang="en-US" b="1" dirty="0"/>
              <a:t>Useless column (#)</a:t>
            </a:r>
          </a:p>
          <a:p>
            <a:pPr marL="285750" indent="-285750">
              <a:buFont typeface="Arial" panose="020B0604020202020204" pitchFamily="34" charset="0"/>
              <a:buChar char="•"/>
            </a:pPr>
            <a:r>
              <a:rPr lang="en-US" b="1" dirty="0"/>
              <a:t>First column  has zero comment despite having too many views (maybe the user disabled the comments)</a:t>
            </a:r>
          </a:p>
          <a:p>
            <a:pPr marL="285750" indent="-285750">
              <a:buFont typeface="Arial" panose="020B0604020202020204" pitchFamily="34" charset="0"/>
              <a:buChar char="•"/>
            </a:pPr>
            <a:r>
              <a:rPr lang="en-US" b="1" dirty="0"/>
              <a:t>Different </a:t>
            </a:r>
            <a:r>
              <a:rPr lang="en-US" b="1" dirty="0" err="1"/>
              <a:t>dtypes</a:t>
            </a:r>
            <a:r>
              <a:rPr lang="en-US" b="1" dirty="0"/>
              <a:t>.</a:t>
            </a:r>
          </a:p>
          <a:p>
            <a:pPr marL="285750" indent="-285750">
              <a:buFont typeface="Arial" panose="020B0604020202020204" pitchFamily="34" charset="0"/>
              <a:buChar char="•"/>
            </a:pPr>
            <a:r>
              <a:rPr lang="en-US" b="1" dirty="0"/>
              <a:t>Seven columns has null values.</a:t>
            </a:r>
          </a:p>
          <a:p>
            <a:pPr marL="285750" indent="-285750">
              <a:buFont typeface="Arial" panose="020B0604020202020204" pitchFamily="34" charset="0"/>
              <a:buChar char="•"/>
            </a:pPr>
            <a:r>
              <a:rPr lang="en-US" b="1" dirty="0"/>
              <a:t>Float64(5), int64(3) and object(4) </a:t>
            </a:r>
          </a:p>
          <a:p>
            <a:pPr marL="285750" indent="-285750">
              <a:buFont typeface="Arial" panose="020B0604020202020204" pitchFamily="34" charset="0"/>
              <a:buChar char="•"/>
            </a:pPr>
            <a:r>
              <a:rPr lang="en-US" b="1" dirty="0"/>
              <a:t>Distribution look unnormal</a:t>
            </a:r>
          </a:p>
          <a:p>
            <a:pPr marL="285750" indent="-285750">
              <a:buFont typeface="Arial" panose="020B0604020202020204" pitchFamily="34" charset="0"/>
              <a:buChar char="•"/>
            </a:pPr>
            <a:r>
              <a:rPr lang="en-US" b="1" dirty="0"/>
              <a:t>The number of claims and opinions values are close to each other.</a:t>
            </a:r>
          </a:p>
        </p:txBody>
      </p:sp>
      <p:sp>
        <p:nvSpPr>
          <p:cNvPr id="11" name="TextBox 10">
            <a:extLst>
              <a:ext uri="{FF2B5EF4-FFF2-40B4-BE49-F238E27FC236}">
                <a16:creationId xmlns:a16="http://schemas.microsoft.com/office/drawing/2014/main" id="{DF134B8D-4B3F-2C2E-C910-CA4FF494EEA7}"/>
              </a:ext>
            </a:extLst>
          </p:cNvPr>
          <p:cNvSpPr txBox="1"/>
          <p:nvPr/>
        </p:nvSpPr>
        <p:spPr>
          <a:xfrm>
            <a:off x="456842" y="8545121"/>
            <a:ext cx="7156258" cy="738664"/>
          </a:xfrm>
          <a:prstGeom prst="rect">
            <a:avLst/>
          </a:prstGeom>
          <a:noFill/>
        </p:spPr>
        <p:txBody>
          <a:bodyPr wrap="square" rtlCol="0">
            <a:spAutoFit/>
          </a:bodyPr>
          <a:lstStyle/>
          <a:p>
            <a:pPr lvl="0" fontAlgn="base"/>
            <a:r>
              <a:rPr lang="en-US" b="1" dirty="0"/>
              <a:t>Perform a complete exploratory data analysis (EDA). Perform any data cleaning and data analysis steps to understand the unusual variables. Use descriptive statistics to learn more about the data. Create and run a regression model.</a:t>
            </a:r>
          </a:p>
        </p:txBody>
      </p:sp>
      <p:sp>
        <p:nvSpPr>
          <p:cNvPr id="13" name="TextBox 12">
            <a:extLst>
              <a:ext uri="{FF2B5EF4-FFF2-40B4-BE49-F238E27FC236}">
                <a16:creationId xmlns:a16="http://schemas.microsoft.com/office/drawing/2014/main" id="{8AC16EC6-B106-FB32-169B-E857D81A9EB7}"/>
              </a:ext>
            </a:extLst>
          </p:cNvPr>
          <p:cNvSpPr txBox="1"/>
          <p:nvPr/>
        </p:nvSpPr>
        <p:spPr>
          <a:xfrm>
            <a:off x="3886200" y="4771716"/>
            <a:ext cx="3726900" cy="3754874"/>
          </a:xfrm>
          <a:prstGeom prst="rect">
            <a:avLst/>
          </a:prstGeom>
          <a:noFill/>
        </p:spPr>
        <p:txBody>
          <a:bodyPr wrap="square" rtlCol="0">
            <a:spAutoFit/>
          </a:bodyPr>
          <a:lstStyle/>
          <a:p>
            <a:pPr marL="285750" indent="-285750">
              <a:buFont typeface="Arial" panose="020B0604020202020204" pitchFamily="34" charset="0"/>
              <a:buChar char="•"/>
            </a:pPr>
            <a:r>
              <a:rPr lang="en-US" b="1" dirty="0"/>
              <a:t>Columns with outliers (</a:t>
            </a:r>
            <a:r>
              <a:rPr lang="en-US" b="1" dirty="0" err="1"/>
              <a:t>video_view_count</a:t>
            </a:r>
            <a:r>
              <a:rPr lang="en-US" b="1" dirty="0"/>
              <a:t>, </a:t>
            </a:r>
            <a:r>
              <a:rPr lang="en-US" b="1" dirty="0" err="1"/>
              <a:t>video_like_count</a:t>
            </a:r>
            <a:r>
              <a:rPr lang="en-US" b="1" dirty="0"/>
              <a:t>, </a:t>
            </a:r>
            <a:r>
              <a:rPr lang="en-US" b="1" dirty="0" err="1"/>
              <a:t>video_share_count</a:t>
            </a:r>
            <a:r>
              <a:rPr lang="en-US" b="1" dirty="0"/>
              <a:t>, </a:t>
            </a:r>
            <a:r>
              <a:rPr lang="en-US" b="1" dirty="0" err="1"/>
              <a:t>video_download_count</a:t>
            </a:r>
            <a:r>
              <a:rPr lang="en-US" b="1" dirty="0"/>
              <a:t>, </a:t>
            </a:r>
            <a:r>
              <a:rPr lang="en-US" b="1" dirty="0" err="1"/>
              <a:t>video_comment_count</a:t>
            </a:r>
            <a:r>
              <a:rPr lang="en-US" b="1" dirty="0"/>
              <a:t>).</a:t>
            </a:r>
          </a:p>
          <a:p>
            <a:pPr marL="285750" indent="-285750">
              <a:buFont typeface="Arial" panose="020B0604020202020204" pitchFamily="34" charset="0"/>
              <a:buChar char="•"/>
            </a:pPr>
            <a:r>
              <a:rPr lang="en-US" b="1" dirty="0"/>
              <a:t>The mean and median within each category are close to each other.</a:t>
            </a:r>
          </a:p>
          <a:p>
            <a:pPr marL="285750" indent="-285750">
              <a:buFont typeface="Arial" panose="020B0604020202020204" pitchFamily="34" charset="0"/>
              <a:buChar char="•"/>
            </a:pPr>
            <a:r>
              <a:rPr lang="en-US" b="1" dirty="0"/>
              <a:t>The claim videos have more banned authors than opinion.</a:t>
            </a:r>
          </a:p>
          <a:p>
            <a:pPr marL="285750" indent="-285750">
              <a:buFont typeface="Arial" panose="020B0604020202020204" pitchFamily="34" charset="0"/>
              <a:buChar char="•"/>
            </a:pPr>
            <a:r>
              <a:rPr lang="en-US" b="1" dirty="0"/>
              <a:t>The share count of banned authors are way more than active authors.</a:t>
            </a:r>
          </a:p>
          <a:p>
            <a:pPr marL="285750" indent="-285750">
              <a:buFont typeface="Arial" panose="020B0604020202020204" pitchFamily="34" charset="0"/>
              <a:buChar char="•"/>
            </a:pPr>
            <a:r>
              <a:rPr lang="en-US" b="1" dirty="0"/>
              <a:t>The number of views of the banned authors are higher than the other types of authors.</a:t>
            </a:r>
          </a:p>
          <a:p>
            <a:endParaRPr lang="en-US" b="1" dirty="0"/>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endParaRPr lang="en-US" b="1"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280</Words>
  <Application>Microsoft Office PowerPoint</Application>
  <PresentationFormat>Custom</PresentationFormat>
  <Paragraphs>21</Paragraphs>
  <Slides>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vt:i4>
      </vt:variant>
    </vt:vector>
  </HeadingPairs>
  <TitlesOfParts>
    <vt:vector size="11" baseType="lpstr">
      <vt:lpstr>PT Sans Narrow</vt:lpstr>
      <vt:lpstr>Roboto</vt:lpstr>
      <vt:lpstr>Lato</vt:lpstr>
      <vt:lpstr>Arial</vt:lpstr>
      <vt:lpstr>Google Sans</vt:lpstr>
      <vt:lpstr>Calibri</vt:lpstr>
      <vt:lpstr>Google Sans SemiBold</vt:lpstr>
      <vt:lpstr>Work Sans</vt: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stray Turki</cp:lastModifiedBy>
  <cp:revision>1</cp:revision>
  <dcterms:modified xsi:type="dcterms:W3CDTF">2026-09-01T06:39:26Z</dcterms:modified>
</cp:coreProperties>
</file>